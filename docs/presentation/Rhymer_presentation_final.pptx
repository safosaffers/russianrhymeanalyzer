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29.png" ContentType="image/png"/>
  <Override PartName="/ppt/media/image28.png" ContentType="image/png"/>
  <Override PartName="/ppt/media/image27.png" ContentType="image/png"/>
  <Override PartName="/ppt/media/image11.png" ContentType="image/png"/>
  <Override PartName="/ppt/media/image2.png" ContentType="image/png"/>
  <Override PartName="/ppt/media/image17.png" ContentType="image/png"/>
  <Override PartName="/ppt/media/image8.png" ContentType="image/png"/>
  <Override PartName="/ppt/media/image3.png" ContentType="image/png"/>
  <Override PartName="/ppt/media/image12.png" ContentType="image/png"/>
  <Override PartName="/ppt/media/image9.png" ContentType="image/png"/>
  <Override PartName="/ppt/media/image20.png" ContentType="image/png"/>
  <Override PartName="/ppt/media/image13.png" ContentType="image/png"/>
  <Override PartName="/ppt/media/image4.png" ContentType="image/png"/>
  <Override PartName="/ppt/media/image30.png" ContentType="image/png"/>
  <Override PartName="/ppt/media/image31.jpeg" ContentType="image/jpeg"/>
  <Override PartName="/ppt/media/image32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6.png" ContentType="image/png"/>
  <Override PartName="/ppt/media/image15.png" ContentType="image/png"/>
  <Override PartName="/ppt/media/image5.png" ContentType="image/png"/>
  <Override PartName="/ppt/media/image14.png" ContentType="image/png"/>
  <Override PartName="/ppt/media/image18.jpeg" ContentType="image/jpeg"/>
  <Override PartName="/ppt/media/image26.png" ContentType="image/png"/>
  <Override PartName="/ppt/media/image19.jpeg" ContentType="image/jpe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5168D4-7507-4199-B2EF-E5CA99AB0C2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DA060E-3122-4195-A202-C30142A147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43D7F50-E12C-492A-AE4B-9C101553CDD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8AB7905-7401-45A9-9797-BD945041F9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07073A4-79DC-42D3-9D93-F52B053E1BD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734FBED-A78E-4CD4-A880-E1CA631DCF4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8EC8E08-2DBC-4545-A72A-232DA95B448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0F9E67A-D874-445B-8F97-F4D049D2118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1125691-24DB-42A1-ADE2-C4C44D74D3E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96A77F3-CF49-4780-A32B-4336DA8EB2C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9802944-DB78-4C41-B41A-33115659989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BA8DF9-0E73-4C33-B410-003CA4635C04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C4F014B-0CDD-479D-9DDD-2B7C6E6B6F02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126050-271C-4671-8B60-46D39C7D2950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BB7EA0-4177-453D-86B4-A6FE2E8EC244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48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6776BC-3CFE-4820-8B1A-0243A4C6A3A0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341A50-1566-47D1-8CA9-06F189592657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934812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2A182B-A9C0-47FB-AB84-88CE87DF34FE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DF7E6C-6C5D-4B6D-ABF6-4C3C7852F3F5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760FF0-9BDE-4082-81A4-84ECB4D063B9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1EC795-E4EB-4CEB-B680-7965868FF9CF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08A44A-F5A4-4EC3-A010-4C2298AA6DE4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8.png"/><Relationship Id="rId10" Type="http://schemas.openxmlformats.org/officeDocument/2006/relationships/image" Target="../media/image8.png"/><Relationship Id="rId1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8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8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8.png"/><Relationship Id="rId3" Type="http://schemas.openxmlformats.org/officeDocument/2006/relationships/image" Target="../media/image8.png"/><Relationship Id="rId4" Type="http://schemas.openxmlformats.org/officeDocument/2006/relationships/image" Target="../media/image8.png"/><Relationship Id="rId5" Type="http://schemas.openxmlformats.org/officeDocument/2006/relationships/image" Target="../media/image17.png"/><Relationship Id="rId6" Type="http://schemas.openxmlformats.org/officeDocument/2006/relationships/image" Target="../media/image17.png"/><Relationship Id="rId7" Type="http://schemas.openxmlformats.org/officeDocument/2006/relationships/image" Target="../media/image17.png"/><Relationship Id="rId8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image" Target="../media/image8.png"/><Relationship Id="rId9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6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Relationship Id="rId5" Type="http://schemas.openxmlformats.org/officeDocument/2006/relationships/image" Target="../media/image2.png"/><Relationship Id="rId6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8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3.png"/><Relationship Id="rId5" Type="http://schemas.openxmlformats.org/officeDocument/2006/relationships/image" Target="../media/image23.png"/><Relationship Id="rId6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11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7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1.jpeg"/><Relationship Id="rId2" Type="http://schemas.openxmlformats.org/officeDocument/2006/relationships/image" Target="../media/image27.png"/><Relationship Id="rId3" Type="http://schemas.openxmlformats.org/officeDocument/2006/relationships/image" Target="../media/image27.png"/><Relationship Id="rId4" Type="http://schemas.openxmlformats.org/officeDocument/2006/relationships/image" Target="../media/image27.png"/><Relationship Id="rId5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1.png"/><Relationship Id="rId3" Type="http://schemas.openxmlformats.org/officeDocument/2006/relationships/image" Target="../media/image6.png"/><Relationship Id="rId4" Type="http://schemas.openxmlformats.org/officeDocument/2006/relationships/image" Target="../media/image32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84;p13"/>
          <p:cNvSpPr/>
          <p:nvPr/>
        </p:nvSpPr>
        <p:spPr>
          <a:xfrm>
            <a:off x="12987720" y="4260240"/>
            <a:ext cx="4113360" cy="4113360"/>
          </a:xfrm>
          <a:custGeom>
            <a:avLst/>
            <a:gdLst>
              <a:gd name="textAreaLeft" fmla="*/ 0 w 4113360"/>
              <a:gd name="textAreaRight" fmla="*/ 4114800 w 4113360"/>
              <a:gd name="textAreaTop" fmla="*/ 0 h 4113360"/>
              <a:gd name="textAreaBottom" fmla="*/ 4114800 h 4113360"/>
            </a:gdLst>
            <a:ahLst/>
            <a:rect l="textAreaLeft" t="textAreaTop" r="textAreaRight" b="textAreaBottom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Google Shape;85;p13"/>
          <p:cNvSpPr/>
          <p:nvPr/>
        </p:nvSpPr>
        <p:spPr>
          <a:xfrm>
            <a:off x="-353880" y="3066840"/>
            <a:ext cx="4281840" cy="4281840"/>
          </a:xfrm>
          <a:custGeom>
            <a:avLst/>
            <a:gdLst>
              <a:gd name="textAreaLeft" fmla="*/ 0 w 4281840"/>
              <a:gd name="textAreaRight" fmla="*/ 4283280 w 4281840"/>
              <a:gd name="textAreaTop" fmla="*/ 0 h 4281840"/>
              <a:gd name="textAreaBottom" fmla="*/ 4283280 h 4281840"/>
            </a:gdLst>
            <a:ahLst/>
            <a:rect l="textAreaLeft" t="textAreaTop" r="textAreaRight" b="textAreaBottom"/>
            <a:pathLst>
              <a:path w="4283248" h="4283248">
                <a:moveTo>
                  <a:pt x="0" y="0"/>
                </a:moveTo>
                <a:lnTo>
                  <a:pt x="4283248" y="0"/>
                </a:lnTo>
                <a:lnTo>
                  <a:pt x="4283248" y="4283249"/>
                </a:lnTo>
                <a:lnTo>
                  <a:pt x="0" y="428324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2" name="Google Shape;86;p13"/>
          <p:cNvGrpSpPr/>
          <p:nvPr/>
        </p:nvGrpSpPr>
        <p:grpSpPr>
          <a:xfrm>
            <a:off x="-49680" y="442800"/>
            <a:ext cx="18286560" cy="10466280"/>
            <a:chOff x="-49680" y="442800"/>
            <a:chExt cx="18286560" cy="10466280"/>
          </a:xfrm>
        </p:grpSpPr>
        <p:sp>
          <p:nvSpPr>
            <p:cNvPr id="53" name="Google Shape;87;p13"/>
            <p:cNvSpPr/>
            <p:nvPr/>
          </p:nvSpPr>
          <p:spPr>
            <a:xfrm>
              <a:off x="-49680" y="623520"/>
              <a:ext cx="18286560" cy="10285560"/>
            </a:xfrm>
            <a:custGeom>
              <a:avLst/>
              <a:gdLst>
                <a:gd name="textAreaLeft" fmla="*/ 0 w 18286560"/>
                <a:gd name="textAreaRight" fmla="*/ 18288000 w 18286560"/>
                <a:gd name="textAreaTop" fmla="*/ 0 h 10285560"/>
                <a:gd name="textAreaBottom" fmla="*/ 10287000 h 10285560"/>
              </a:gdLst>
              <a:ahLst/>
              <a:rect l="textAreaLeft" t="textAreaTop" r="textAreaRight" b="textAreaBottom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noFill/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4" name="Google Shape;88;p13"/>
            <p:cNvSpPr/>
            <p:nvPr/>
          </p:nvSpPr>
          <p:spPr>
            <a:xfrm>
              <a:off x="-49680" y="442800"/>
              <a:ext cx="18286560" cy="1046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" name="Google Shape;89;p13"/>
          <p:cNvGrpSpPr/>
          <p:nvPr/>
        </p:nvGrpSpPr>
        <p:grpSpPr>
          <a:xfrm>
            <a:off x="7350120" y="3359160"/>
            <a:ext cx="878760" cy="4869720"/>
            <a:chOff x="7350120" y="3359160"/>
            <a:chExt cx="878760" cy="4869720"/>
          </a:xfrm>
        </p:grpSpPr>
        <p:sp>
          <p:nvSpPr>
            <p:cNvPr id="56" name="Google Shape;90;p13"/>
            <p:cNvSpPr/>
            <p:nvPr/>
          </p:nvSpPr>
          <p:spPr>
            <a:xfrm>
              <a:off x="7350120" y="3539880"/>
              <a:ext cx="878760" cy="4689000"/>
            </a:xfrm>
            <a:custGeom>
              <a:avLst/>
              <a:gdLst>
                <a:gd name="textAreaLeft" fmla="*/ 0 w 878760"/>
                <a:gd name="textAreaRight" fmla="*/ 880200 w 878760"/>
                <a:gd name="textAreaTop" fmla="*/ 0 h 4689000"/>
                <a:gd name="textAreaBottom" fmla="*/ 4690440 h 4689000"/>
              </a:gdLst>
              <a:ahLst/>
              <a:rect l="textAreaLeft" t="textAreaTop" r="textAreaRight" b="textAreaBottom"/>
              <a:pathLst>
                <a:path w="231777" h="1235343">
                  <a:moveTo>
                    <a:pt x="0" y="0"/>
                  </a:moveTo>
                  <a:lnTo>
                    <a:pt x="231777" y="0"/>
                  </a:lnTo>
                  <a:lnTo>
                    <a:pt x="231777" y="1235343"/>
                  </a:lnTo>
                  <a:lnTo>
                    <a:pt x="0" y="1235343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" name="Google Shape;91;p13"/>
            <p:cNvSpPr/>
            <p:nvPr/>
          </p:nvSpPr>
          <p:spPr>
            <a:xfrm>
              <a:off x="7350120" y="3359160"/>
              <a:ext cx="878760" cy="486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8" name="Google Shape;92;p13"/>
          <p:cNvSpPr/>
          <p:nvPr/>
        </p:nvSpPr>
        <p:spPr>
          <a:xfrm rot="16200000">
            <a:off x="1318320" y="129600"/>
            <a:ext cx="6073200" cy="6833520"/>
          </a:xfrm>
          <a:custGeom>
            <a:avLst/>
            <a:gdLst>
              <a:gd name="textAreaLeft" fmla="*/ 0 w 6073200"/>
              <a:gd name="textAreaRight" fmla="*/ 6074640 w 6073200"/>
              <a:gd name="textAreaTop" fmla="*/ 0 h 6833520"/>
              <a:gd name="textAreaBottom" fmla="*/ 6834960 h 6833520"/>
            </a:gdLst>
            <a:ahLst/>
            <a:rect l="textAreaLeft" t="textAreaTop" r="textAreaRight" b="textAreaBottom"/>
            <a:pathLst>
              <a:path w="6074727" h="6835135">
                <a:moveTo>
                  <a:pt x="0" y="0"/>
                </a:moveTo>
                <a:lnTo>
                  <a:pt x="6074726" y="0"/>
                </a:lnTo>
                <a:lnTo>
                  <a:pt x="6074726" y="6835136"/>
                </a:lnTo>
                <a:lnTo>
                  <a:pt x="0" y="683513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Google Shape;93;p13"/>
          <p:cNvSpPr/>
          <p:nvPr/>
        </p:nvSpPr>
        <p:spPr>
          <a:xfrm>
            <a:off x="8746560" y="-437760"/>
            <a:ext cx="9083520" cy="6380640"/>
          </a:xfrm>
          <a:custGeom>
            <a:avLst/>
            <a:gdLst>
              <a:gd name="textAreaLeft" fmla="*/ 0 w 9083520"/>
              <a:gd name="textAreaRight" fmla="*/ 9084960 w 9083520"/>
              <a:gd name="textAreaTop" fmla="*/ 0 h 6380640"/>
              <a:gd name="textAreaBottom" fmla="*/ 6382080 h 6380640"/>
            </a:gdLst>
            <a:ahLst/>
            <a:rect l="textAreaLeft" t="textAreaTop" r="textAreaRight" b="textAreaBottom"/>
            <a:pathLst>
              <a:path w="9084999" h="6382212">
                <a:moveTo>
                  <a:pt x="0" y="0"/>
                </a:moveTo>
                <a:lnTo>
                  <a:pt x="9084999" y="0"/>
                </a:lnTo>
                <a:lnTo>
                  <a:pt x="9084999" y="6382212"/>
                </a:lnTo>
                <a:lnTo>
                  <a:pt x="0" y="638221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Google Shape;94;p13"/>
          <p:cNvSpPr/>
          <p:nvPr/>
        </p:nvSpPr>
        <p:spPr>
          <a:xfrm>
            <a:off x="1763640" y="3550680"/>
            <a:ext cx="3569400" cy="3579840"/>
          </a:xfrm>
          <a:custGeom>
            <a:avLst/>
            <a:gdLst>
              <a:gd name="textAreaLeft" fmla="*/ 0 w 3569400"/>
              <a:gd name="textAreaRight" fmla="*/ 3570840 w 3569400"/>
              <a:gd name="textAreaTop" fmla="*/ 0 h 3579840"/>
              <a:gd name="textAreaBottom" fmla="*/ 3581280 h 357984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ffc4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1" name="Google Shape;95;p13"/>
          <p:cNvGrpSpPr/>
          <p:nvPr/>
        </p:nvGrpSpPr>
        <p:grpSpPr>
          <a:xfrm>
            <a:off x="1663560" y="3886560"/>
            <a:ext cx="14607720" cy="3111480"/>
            <a:chOff x="1663560" y="3886560"/>
            <a:chExt cx="14607720" cy="3111480"/>
          </a:xfrm>
        </p:grpSpPr>
        <p:sp>
          <p:nvSpPr>
            <p:cNvPr id="62" name="Google Shape;96;p13"/>
            <p:cNvSpPr/>
            <p:nvPr/>
          </p:nvSpPr>
          <p:spPr>
            <a:xfrm>
              <a:off x="1663560" y="4169520"/>
              <a:ext cx="14607720" cy="2828520"/>
            </a:xfrm>
            <a:custGeom>
              <a:avLst/>
              <a:gdLst>
                <a:gd name="textAreaLeft" fmla="*/ 0 w 14607720"/>
                <a:gd name="textAreaRight" fmla="*/ 14609160 w 14607720"/>
                <a:gd name="textAreaTop" fmla="*/ 0 h 2828520"/>
                <a:gd name="textAreaBottom" fmla="*/ 2829960 h 2828520"/>
              </a:gdLst>
              <a:ahLst/>
              <a:rect l="textAreaLeft" t="textAreaTop" r="textAreaRight" b="textAreaBottom"/>
              <a:pathLst>
                <a:path w="3847667" h="476303">
                  <a:moveTo>
                    <a:pt x="0" y="0"/>
                  </a:moveTo>
                  <a:lnTo>
                    <a:pt x="3847667" y="0"/>
                  </a:lnTo>
                  <a:lnTo>
                    <a:pt x="3847667" y="476303"/>
                  </a:lnTo>
                  <a:lnTo>
                    <a:pt x="0" y="476303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63" name="Google Shape;97;p13"/>
            <p:cNvSpPr/>
            <p:nvPr/>
          </p:nvSpPr>
          <p:spPr>
            <a:xfrm>
              <a:off x="1663560" y="3886560"/>
              <a:ext cx="14607720" cy="311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4" name="Google Shape;98;p13"/>
          <p:cNvSpPr/>
          <p:nvPr/>
        </p:nvSpPr>
        <p:spPr>
          <a:xfrm>
            <a:off x="1787760" y="6237360"/>
            <a:ext cx="1615320" cy="3214800"/>
          </a:xfrm>
          <a:custGeom>
            <a:avLst/>
            <a:gdLst>
              <a:gd name="textAreaLeft" fmla="*/ 0 w 1615320"/>
              <a:gd name="textAreaRight" fmla="*/ 1616760 w 1615320"/>
              <a:gd name="textAreaTop" fmla="*/ 0 h 3214800"/>
              <a:gd name="textAreaBottom" fmla="*/ 3216240 h 3214800"/>
            </a:gdLst>
            <a:ahLst/>
            <a:rect l="textAreaLeft" t="textAreaTop" r="textAreaRight" b="textAreaBottom"/>
            <a:pathLst>
              <a:path w="1616734" h="3216153">
                <a:moveTo>
                  <a:pt x="0" y="0"/>
                </a:moveTo>
                <a:lnTo>
                  <a:pt x="1616734" y="0"/>
                </a:lnTo>
                <a:lnTo>
                  <a:pt x="1616734" y="3216153"/>
                </a:lnTo>
                <a:lnTo>
                  <a:pt x="0" y="321615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Google Shape;100;p13"/>
          <p:cNvSpPr/>
          <p:nvPr/>
        </p:nvSpPr>
        <p:spPr>
          <a:xfrm>
            <a:off x="1905120" y="7072200"/>
            <a:ext cx="4346640" cy="828720"/>
          </a:xfrm>
          <a:custGeom>
            <a:avLst/>
            <a:gdLst>
              <a:gd name="textAreaLeft" fmla="*/ 0 w 4346640"/>
              <a:gd name="textAreaRight" fmla="*/ 4348080 w 4346640"/>
              <a:gd name="textAreaTop" fmla="*/ 0 h 828720"/>
              <a:gd name="textAreaBottom" fmla="*/ 830160 h 828720"/>
            </a:gdLst>
            <a:ahLst/>
            <a:rect l="textAreaLeft" t="textAreaTop" r="textAreaRight" b="textAreaBottom"/>
            <a:pathLst>
              <a:path w="4348056" h="830083">
                <a:moveTo>
                  <a:pt x="0" y="0"/>
                </a:moveTo>
                <a:lnTo>
                  <a:pt x="4348056" y="0"/>
                </a:lnTo>
                <a:lnTo>
                  <a:pt x="4348056" y="830084"/>
                </a:lnTo>
                <a:lnTo>
                  <a:pt x="0" y="8300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6" name="Google Shape;101;p13"/>
          <p:cNvGrpSpPr/>
          <p:nvPr/>
        </p:nvGrpSpPr>
        <p:grpSpPr>
          <a:xfrm>
            <a:off x="15045120" y="7421400"/>
            <a:ext cx="1899000" cy="2010240"/>
            <a:chOff x="15045120" y="7421400"/>
            <a:chExt cx="1899000" cy="2010240"/>
          </a:xfrm>
        </p:grpSpPr>
        <p:sp>
          <p:nvSpPr>
            <p:cNvPr id="67" name="Google Shape;102;p13"/>
            <p:cNvSpPr/>
            <p:nvPr/>
          </p:nvSpPr>
          <p:spPr>
            <a:xfrm>
              <a:off x="15045120" y="7532640"/>
              <a:ext cx="1899000" cy="1899000"/>
            </a:xfrm>
            <a:custGeom>
              <a:avLst/>
              <a:gdLst>
                <a:gd name="textAreaLeft" fmla="*/ 0 w 1899000"/>
                <a:gd name="textAreaRight" fmla="*/ 1900440 w 1899000"/>
                <a:gd name="textAreaTop" fmla="*/ 0 h 1899000"/>
                <a:gd name="textAreaBottom" fmla="*/ 1900440 h 189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" name="Google Shape;103;p13"/>
            <p:cNvSpPr/>
            <p:nvPr/>
          </p:nvSpPr>
          <p:spPr>
            <a:xfrm>
              <a:off x="15045120" y="7421400"/>
              <a:ext cx="1899000" cy="201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9" name="Google Shape;104;p13"/>
          <p:cNvSpPr/>
          <p:nvPr/>
        </p:nvSpPr>
        <p:spPr>
          <a:xfrm>
            <a:off x="15995520" y="6681600"/>
            <a:ext cx="3051360" cy="3051360"/>
          </a:xfrm>
          <a:custGeom>
            <a:avLst/>
            <a:gdLst>
              <a:gd name="textAreaLeft" fmla="*/ 0 w 3051360"/>
              <a:gd name="textAreaRight" fmla="*/ 3052800 w 3051360"/>
              <a:gd name="textAreaTop" fmla="*/ 0 h 3051360"/>
              <a:gd name="textAreaBottom" fmla="*/ 3052800 h 3051360"/>
            </a:gdLst>
            <a:ahLst/>
            <a:rect l="textAreaLeft" t="textAreaTop" r="textAreaRight" b="textAreaBottom"/>
            <a:pathLst>
              <a:path w="3052749" h="3052749">
                <a:moveTo>
                  <a:pt x="0" y="0"/>
                </a:moveTo>
                <a:lnTo>
                  <a:pt x="3052749" y="0"/>
                </a:lnTo>
                <a:lnTo>
                  <a:pt x="3052749" y="3052749"/>
                </a:lnTo>
                <a:lnTo>
                  <a:pt x="0" y="305274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0" name="Google Shape;108;p13"/>
          <p:cNvGrpSpPr/>
          <p:nvPr/>
        </p:nvGrpSpPr>
        <p:grpSpPr>
          <a:xfrm>
            <a:off x="685800" y="3429000"/>
            <a:ext cx="2165040" cy="808200"/>
            <a:chOff x="685800" y="3429000"/>
            <a:chExt cx="2165040" cy="808200"/>
          </a:xfrm>
        </p:grpSpPr>
        <p:sp>
          <p:nvSpPr>
            <p:cNvPr id="71" name="Google Shape;109;p13"/>
            <p:cNvSpPr/>
            <p:nvPr/>
          </p:nvSpPr>
          <p:spPr>
            <a:xfrm>
              <a:off x="685800" y="3458880"/>
              <a:ext cx="2165040" cy="778320"/>
            </a:xfrm>
            <a:custGeom>
              <a:avLst/>
              <a:gdLst>
                <a:gd name="textAreaLeft" fmla="*/ 0 w 2165040"/>
                <a:gd name="textAreaRight" fmla="*/ 2166480 w 2165040"/>
                <a:gd name="textAreaTop" fmla="*/ 0 h 778320"/>
                <a:gd name="textAreaBottom" fmla="*/ 779760 h 778320"/>
              </a:gdLst>
              <a:ahLst/>
              <a:rect l="textAreaLeft" t="textAreaTop" r="textAreaRight" b="textAreaBottom"/>
              <a:pathLst>
                <a:path w="3458111" h="1244736">
                  <a:moveTo>
                    <a:pt x="0" y="0"/>
                  </a:moveTo>
                  <a:lnTo>
                    <a:pt x="3458111" y="0"/>
                  </a:lnTo>
                  <a:lnTo>
                    <a:pt x="3458111" y="1244736"/>
                  </a:lnTo>
                  <a:lnTo>
                    <a:pt x="0" y="1244736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Google Shape;110;p13"/>
            <p:cNvSpPr/>
            <p:nvPr/>
          </p:nvSpPr>
          <p:spPr>
            <a:xfrm>
              <a:off x="685800" y="3429000"/>
              <a:ext cx="2165040" cy="808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3" name="Google Shape;111;p13"/>
          <p:cNvSpPr/>
          <p:nvPr/>
        </p:nvSpPr>
        <p:spPr>
          <a:xfrm>
            <a:off x="2286000" y="4343400"/>
            <a:ext cx="1355832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5400" spc="-1" strike="noStrike">
                <a:solidFill>
                  <a:schemeClr val="dk1"/>
                </a:solidFill>
                <a:latin typeface="Calibri"/>
                <a:ea typeface="Bungee"/>
              </a:rPr>
              <a:t>Rhymer — ИИ-генерация и автоматическая оценка рифмованной русской поэзии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Google Shape;112;p13"/>
          <p:cNvSpPr/>
          <p:nvPr/>
        </p:nvSpPr>
        <p:spPr>
          <a:xfrm>
            <a:off x="3404160" y="8229600"/>
            <a:ext cx="12139560" cy="15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3500" spc="-1" strike="noStrike">
                <a:solidFill>
                  <a:srgbClr val="000000"/>
                </a:solidFill>
                <a:latin typeface="Lato"/>
                <a:ea typeface="Lato"/>
              </a:rPr>
              <a:t>Учебная практика</a:t>
            </a:r>
            <a:endParaRPr b="0" lang="en-US" sz="35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3500" spc="-1" strike="noStrike">
                <a:solidFill>
                  <a:srgbClr val="000000"/>
                </a:solidFill>
                <a:latin typeface="Lato"/>
                <a:ea typeface="Lato"/>
              </a:rPr>
              <a:t>Подготовил к защите: Каримов Сафо, гр. 5095</a:t>
            </a:r>
            <a:endParaRPr b="0" lang="en-US" sz="35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5" name="Google Shape;113;p13"/>
          <p:cNvGrpSpPr/>
          <p:nvPr/>
        </p:nvGrpSpPr>
        <p:grpSpPr>
          <a:xfrm>
            <a:off x="13148640" y="2438280"/>
            <a:ext cx="3283920" cy="1375200"/>
            <a:chOff x="13148640" y="2438280"/>
            <a:chExt cx="3283920" cy="1375200"/>
          </a:xfrm>
        </p:grpSpPr>
        <p:sp>
          <p:nvSpPr>
            <p:cNvPr id="76" name="Google Shape;114;p13"/>
            <p:cNvSpPr/>
            <p:nvPr/>
          </p:nvSpPr>
          <p:spPr>
            <a:xfrm>
              <a:off x="13148640" y="340020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8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7" name="Google Shape;115;p13"/>
            <p:cNvSpPr/>
            <p:nvPr/>
          </p:nvSpPr>
          <p:spPr>
            <a:xfrm>
              <a:off x="13148640" y="291924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9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Google Shape;116;p13"/>
            <p:cNvSpPr/>
            <p:nvPr/>
          </p:nvSpPr>
          <p:spPr>
            <a:xfrm>
              <a:off x="13148640" y="243828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0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9" name="Google Shape;117;p13"/>
          <p:cNvGrpSpPr/>
          <p:nvPr/>
        </p:nvGrpSpPr>
        <p:grpSpPr>
          <a:xfrm>
            <a:off x="12947040" y="6651720"/>
            <a:ext cx="506160" cy="536040"/>
            <a:chOff x="12947040" y="6651720"/>
            <a:chExt cx="506160" cy="536040"/>
          </a:xfrm>
        </p:grpSpPr>
        <p:sp>
          <p:nvSpPr>
            <p:cNvPr id="80" name="Google Shape;118;p13"/>
            <p:cNvSpPr/>
            <p:nvPr/>
          </p:nvSpPr>
          <p:spPr>
            <a:xfrm>
              <a:off x="12947040" y="6681600"/>
              <a:ext cx="506160" cy="506160"/>
            </a:xfrm>
            <a:custGeom>
              <a:avLst/>
              <a:gdLst>
                <a:gd name="textAreaLeft" fmla="*/ 0 w 506160"/>
                <a:gd name="textAreaRight" fmla="*/ 507600 w 506160"/>
                <a:gd name="textAreaTop" fmla="*/ 0 h 506160"/>
                <a:gd name="textAreaBottom" fmla="*/ 507600 h 5061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1" name="Google Shape;119;p13"/>
            <p:cNvSpPr/>
            <p:nvPr/>
          </p:nvSpPr>
          <p:spPr>
            <a:xfrm>
              <a:off x="12947040" y="6651720"/>
              <a:ext cx="506160" cy="535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2" name="Google Shape;120;p13"/>
          <p:cNvGrpSpPr/>
          <p:nvPr/>
        </p:nvGrpSpPr>
        <p:grpSpPr>
          <a:xfrm>
            <a:off x="13869000" y="6651720"/>
            <a:ext cx="506160" cy="536040"/>
            <a:chOff x="13869000" y="6651720"/>
            <a:chExt cx="506160" cy="536040"/>
          </a:xfrm>
        </p:grpSpPr>
        <p:sp>
          <p:nvSpPr>
            <p:cNvPr id="83" name="Google Shape;121;p13"/>
            <p:cNvSpPr/>
            <p:nvPr/>
          </p:nvSpPr>
          <p:spPr>
            <a:xfrm>
              <a:off x="13869000" y="6681600"/>
              <a:ext cx="506160" cy="506160"/>
            </a:xfrm>
            <a:custGeom>
              <a:avLst/>
              <a:gdLst>
                <a:gd name="textAreaLeft" fmla="*/ 0 w 506160"/>
                <a:gd name="textAreaRight" fmla="*/ 507600 w 506160"/>
                <a:gd name="textAreaTop" fmla="*/ 0 h 506160"/>
                <a:gd name="textAreaBottom" fmla="*/ 507600 h 5061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" name="Google Shape;122;p13"/>
            <p:cNvSpPr/>
            <p:nvPr/>
          </p:nvSpPr>
          <p:spPr>
            <a:xfrm>
              <a:off x="13869000" y="6651720"/>
              <a:ext cx="506160" cy="535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5" name="Google Shape;123;p13"/>
          <p:cNvGrpSpPr/>
          <p:nvPr/>
        </p:nvGrpSpPr>
        <p:grpSpPr>
          <a:xfrm>
            <a:off x="14791320" y="6651720"/>
            <a:ext cx="506160" cy="536040"/>
            <a:chOff x="14791320" y="6651720"/>
            <a:chExt cx="506160" cy="536040"/>
          </a:xfrm>
        </p:grpSpPr>
        <p:sp>
          <p:nvSpPr>
            <p:cNvPr id="86" name="Google Shape;124;p13"/>
            <p:cNvSpPr/>
            <p:nvPr/>
          </p:nvSpPr>
          <p:spPr>
            <a:xfrm>
              <a:off x="14791320" y="6681600"/>
              <a:ext cx="506160" cy="506160"/>
            </a:xfrm>
            <a:custGeom>
              <a:avLst/>
              <a:gdLst>
                <a:gd name="textAreaLeft" fmla="*/ 0 w 506160"/>
                <a:gd name="textAreaRight" fmla="*/ 507600 w 506160"/>
                <a:gd name="textAreaTop" fmla="*/ 0 h 506160"/>
                <a:gd name="textAreaBottom" fmla="*/ 507600 h 5061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" name="Google Shape;125;p13"/>
            <p:cNvSpPr/>
            <p:nvPr/>
          </p:nvSpPr>
          <p:spPr>
            <a:xfrm>
              <a:off x="14791320" y="6651720"/>
              <a:ext cx="506160" cy="535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p14:dur="400">
        <p:push dir="l"/>
      </p:transition>
    </mc:Choice>
    <mc:Fallback>
      <p:transition>
        <p:push dir="l"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147;p15"/>
          <p:cNvSpPr/>
          <p:nvPr/>
        </p:nvSpPr>
        <p:spPr>
          <a:xfrm>
            <a:off x="-2954520" y="-2872800"/>
            <a:ext cx="10818720" cy="10850040"/>
          </a:xfrm>
          <a:custGeom>
            <a:avLst/>
            <a:gdLst>
              <a:gd name="textAreaLeft" fmla="*/ 0 w 10818720"/>
              <a:gd name="textAreaRight" fmla="*/ 10820160 w 10818720"/>
              <a:gd name="textAreaTop" fmla="*/ 0 h 10850040"/>
              <a:gd name="textAreaBottom" fmla="*/ 10851480 h 1085004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7536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Google Shape;148;p15"/>
          <p:cNvSpPr/>
          <p:nvPr/>
        </p:nvSpPr>
        <p:spPr>
          <a:xfrm flipH="1" rot="10800000">
            <a:off x="13061160" y="2291400"/>
            <a:ext cx="10451880" cy="10451880"/>
          </a:xfrm>
          <a:custGeom>
            <a:avLst/>
            <a:gdLst>
              <a:gd name="textAreaLeft" fmla="*/ 720 w 10451880"/>
              <a:gd name="textAreaRight" fmla="*/ 10454040 w 10451880"/>
              <a:gd name="textAreaTop" fmla="*/ 0 h 10451880"/>
              <a:gd name="textAreaBottom" fmla="*/ 10453320 h 10451880"/>
            </a:gdLst>
            <a:ahLst/>
            <a:rect l="textAreaLeft" t="textAreaTop" r="textAreaRight" b="textAreaBottom"/>
            <a:pathLst>
              <a:path w="10453179" h="10453179">
                <a:moveTo>
                  <a:pt x="0" y="10453179"/>
                </a:moveTo>
                <a:lnTo>
                  <a:pt x="10453178" y="10453179"/>
                </a:lnTo>
                <a:lnTo>
                  <a:pt x="10453178" y="0"/>
                </a:lnTo>
                <a:lnTo>
                  <a:pt x="0" y="0"/>
                </a:lnTo>
                <a:lnTo>
                  <a:pt x="0" y="10453179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0" name="Google Shape;149;p15"/>
          <p:cNvGraphicFramePr/>
          <p:nvPr/>
        </p:nvGraphicFramePr>
        <p:xfrm>
          <a:off x="1228680" y="872640"/>
          <a:ext cx="15830280" cy="8540640"/>
        </p:xfrm>
        <a:graphic>
          <a:graphicData uri="http://schemas.openxmlformats.org/drawingml/2006/table">
            <a:tbl>
              <a:tblPr/>
              <a:tblGrid>
                <a:gridCol w="8797680"/>
                <a:gridCol w="7032960"/>
              </a:tblGrid>
              <a:tr h="2846880">
                <a:tc rowSpan="3"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  <a:tr h="284688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  <a:tr h="284688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</a:tr>
            </a:tbl>
          </a:graphicData>
        </a:graphic>
      </p:graphicFrame>
      <p:grpSp>
        <p:nvGrpSpPr>
          <p:cNvPr id="91" name="Google Shape;150;p15"/>
          <p:cNvGrpSpPr/>
          <p:nvPr/>
        </p:nvGrpSpPr>
        <p:grpSpPr>
          <a:xfrm>
            <a:off x="1490040" y="6401520"/>
            <a:ext cx="8156880" cy="1303200"/>
            <a:chOff x="1490040" y="6401520"/>
            <a:chExt cx="8156880" cy="1303200"/>
          </a:xfrm>
        </p:grpSpPr>
        <p:sp>
          <p:nvSpPr>
            <p:cNvPr id="92" name="Google Shape;151;p15"/>
            <p:cNvSpPr/>
            <p:nvPr/>
          </p:nvSpPr>
          <p:spPr>
            <a:xfrm>
              <a:off x="1490040" y="6513120"/>
              <a:ext cx="8156880" cy="1191600"/>
            </a:xfrm>
            <a:custGeom>
              <a:avLst/>
              <a:gdLst>
                <a:gd name="textAreaLeft" fmla="*/ 0 w 8156880"/>
                <a:gd name="textAreaRight" fmla="*/ 8158320 w 8156880"/>
                <a:gd name="textAreaTop" fmla="*/ 0 h 1191600"/>
                <a:gd name="textAreaBottom" fmla="*/ 1193040 h 1191600"/>
              </a:gdLst>
              <a:ahLst/>
              <a:rect l="textAreaLeft" t="textAreaTop" r="textAreaRight" b="textAreaBottom"/>
              <a:pathLst>
                <a:path w="3489182" h="510278">
                  <a:moveTo>
                    <a:pt x="0" y="0"/>
                  </a:moveTo>
                  <a:lnTo>
                    <a:pt x="3489182" y="0"/>
                  </a:lnTo>
                  <a:lnTo>
                    <a:pt x="348918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" name="Google Shape;152;p15"/>
            <p:cNvSpPr/>
            <p:nvPr/>
          </p:nvSpPr>
          <p:spPr>
            <a:xfrm>
              <a:off x="1490040" y="6401520"/>
              <a:ext cx="8156880" cy="1303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4" name="Google Shape;153;p15"/>
          <p:cNvSpPr/>
          <p:nvPr/>
        </p:nvSpPr>
        <p:spPr>
          <a:xfrm>
            <a:off x="11658600" y="4114800"/>
            <a:ext cx="41572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Как это работает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Google Shape;154;p15"/>
          <p:cNvSpPr/>
          <p:nvPr/>
        </p:nvSpPr>
        <p:spPr>
          <a:xfrm>
            <a:off x="12115800" y="4800600"/>
            <a:ext cx="3304800" cy="152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Архитектура, RPST, авторский алгоритм, сравнение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Google Shape;155;p15"/>
          <p:cNvSpPr/>
          <p:nvPr/>
        </p:nvSpPr>
        <p:spPr>
          <a:xfrm>
            <a:off x="11848320" y="1394640"/>
            <a:ext cx="33048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Google Shape;156;p15"/>
          <p:cNvSpPr/>
          <p:nvPr/>
        </p:nvSpPr>
        <p:spPr>
          <a:xfrm>
            <a:off x="11658600" y="2290680"/>
            <a:ext cx="388548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Проблема, актуальность, цель и ценность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Google Shape;157;p15"/>
          <p:cNvSpPr/>
          <p:nvPr/>
        </p:nvSpPr>
        <p:spPr>
          <a:xfrm>
            <a:off x="11751120" y="6958800"/>
            <a:ext cx="37929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Google Shape;158;p15"/>
          <p:cNvSpPr/>
          <p:nvPr/>
        </p:nvSpPr>
        <p:spPr>
          <a:xfrm>
            <a:off x="12115800" y="7772400"/>
            <a:ext cx="330480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Демонстрация, результаты и выводы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Google Shape;159;p15"/>
          <p:cNvSpPr/>
          <p:nvPr/>
        </p:nvSpPr>
        <p:spPr>
          <a:xfrm>
            <a:off x="1490040" y="5605920"/>
            <a:ext cx="78670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Содержание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1" name="Google Shape;160;p15"/>
          <p:cNvGrpSpPr/>
          <p:nvPr/>
        </p:nvGrpSpPr>
        <p:grpSpPr>
          <a:xfrm>
            <a:off x="1490040" y="4368960"/>
            <a:ext cx="730080" cy="773280"/>
            <a:chOff x="1490040" y="4368960"/>
            <a:chExt cx="730080" cy="773280"/>
          </a:xfrm>
        </p:grpSpPr>
        <p:sp>
          <p:nvSpPr>
            <p:cNvPr id="102" name="Google Shape;161;p15"/>
            <p:cNvSpPr/>
            <p:nvPr/>
          </p:nvSpPr>
          <p:spPr>
            <a:xfrm>
              <a:off x="1490040" y="4412160"/>
              <a:ext cx="730080" cy="730080"/>
            </a:xfrm>
            <a:custGeom>
              <a:avLst/>
              <a:gdLst>
                <a:gd name="textAreaLeft" fmla="*/ 0 w 730080"/>
                <a:gd name="textAreaRight" fmla="*/ 731520 w 730080"/>
                <a:gd name="textAreaTop" fmla="*/ 0 h 730080"/>
                <a:gd name="textAreaBottom" fmla="*/ 731520 h 730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3" name="Google Shape;162;p15"/>
            <p:cNvSpPr/>
            <p:nvPr/>
          </p:nvSpPr>
          <p:spPr>
            <a:xfrm>
              <a:off x="1490040" y="4368960"/>
              <a:ext cx="730080" cy="7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04" name="Google Shape;163;p15"/>
          <p:cNvGrpSpPr/>
          <p:nvPr/>
        </p:nvGrpSpPr>
        <p:grpSpPr>
          <a:xfrm>
            <a:off x="2698200" y="4368960"/>
            <a:ext cx="730080" cy="773280"/>
            <a:chOff x="2698200" y="4368960"/>
            <a:chExt cx="730080" cy="773280"/>
          </a:xfrm>
        </p:grpSpPr>
        <p:sp>
          <p:nvSpPr>
            <p:cNvPr id="105" name="Google Shape;164;p15"/>
            <p:cNvSpPr/>
            <p:nvPr/>
          </p:nvSpPr>
          <p:spPr>
            <a:xfrm>
              <a:off x="2698200" y="4412160"/>
              <a:ext cx="730080" cy="730080"/>
            </a:xfrm>
            <a:custGeom>
              <a:avLst/>
              <a:gdLst>
                <a:gd name="textAreaLeft" fmla="*/ 0 w 730080"/>
                <a:gd name="textAreaRight" fmla="*/ 731520 w 730080"/>
                <a:gd name="textAreaTop" fmla="*/ 0 h 730080"/>
                <a:gd name="textAreaBottom" fmla="*/ 731520 h 730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6" name="Google Shape;165;p15"/>
            <p:cNvSpPr/>
            <p:nvPr/>
          </p:nvSpPr>
          <p:spPr>
            <a:xfrm>
              <a:off x="2698200" y="4368960"/>
              <a:ext cx="730080" cy="7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07" name="Google Shape;166;p15"/>
          <p:cNvGrpSpPr/>
          <p:nvPr/>
        </p:nvGrpSpPr>
        <p:grpSpPr>
          <a:xfrm>
            <a:off x="3906000" y="4368960"/>
            <a:ext cx="730080" cy="773280"/>
            <a:chOff x="3906000" y="4368960"/>
            <a:chExt cx="730080" cy="773280"/>
          </a:xfrm>
        </p:grpSpPr>
        <p:sp>
          <p:nvSpPr>
            <p:cNvPr id="108" name="Google Shape;167;p15"/>
            <p:cNvSpPr/>
            <p:nvPr/>
          </p:nvSpPr>
          <p:spPr>
            <a:xfrm>
              <a:off x="3906000" y="4412160"/>
              <a:ext cx="730080" cy="730080"/>
            </a:xfrm>
            <a:custGeom>
              <a:avLst/>
              <a:gdLst>
                <a:gd name="textAreaLeft" fmla="*/ 0 w 730080"/>
                <a:gd name="textAreaRight" fmla="*/ 731520 w 730080"/>
                <a:gd name="textAreaTop" fmla="*/ 0 h 730080"/>
                <a:gd name="textAreaBottom" fmla="*/ 731520 h 730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9" name="Google Shape;168;p15"/>
            <p:cNvSpPr/>
            <p:nvPr/>
          </p:nvSpPr>
          <p:spPr>
            <a:xfrm>
              <a:off x="3906000" y="4368960"/>
              <a:ext cx="730080" cy="7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0" name="Google Shape;169;p15"/>
          <p:cNvGrpSpPr/>
          <p:nvPr/>
        </p:nvGrpSpPr>
        <p:grpSpPr>
          <a:xfrm>
            <a:off x="9144000" y="1369080"/>
            <a:ext cx="1647360" cy="1743840"/>
            <a:chOff x="9144000" y="1369080"/>
            <a:chExt cx="1647360" cy="1743840"/>
          </a:xfrm>
        </p:grpSpPr>
        <p:sp>
          <p:nvSpPr>
            <p:cNvPr id="111" name="Google Shape;170;p15"/>
            <p:cNvSpPr/>
            <p:nvPr/>
          </p:nvSpPr>
          <p:spPr>
            <a:xfrm>
              <a:off x="9144000" y="1465560"/>
              <a:ext cx="1647360" cy="1647360"/>
            </a:xfrm>
            <a:custGeom>
              <a:avLst/>
              <a:gdLst>
                <a:gd name="textAreaLeft" fmla="*/ 0 w 1647360"/>
                <a:gd name="textAreaRight" fmla="*/ 1648800 w 1647360"/>
                <a:gd name="textAreaTop" fmla="*/ 0 h 1647360"/>
                <a:gd name="textAreaBottom" fmla="*/ 1648800 h 16473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2" name="Google Shape;171;p15"/>
            <p:cNvSpPr/>
            <p:nvPr/>
          </p:nvSpPr>
          <p:spPr>
            <a:xfrm>
              <a:off x="9144000" y="1369080"/>
              <a:ext cx="1647360" cy="174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3" name="Google Shape;172;p15"/>
          <p:cNvGrpSpPr/>
          <p:nvPr/>
        </p:nvGrpSpPr>
        <p:grpSpPr>
          <a:xfrm>
            <a:off x="9144000" y="4222440"/>
            <a:ext cx="1647360" cy="1743840"/>
            <a:chOff x="9144000" y="4222440"/>
            <a:chExt cx="1647360" cy="1743840"/>
          </a:xfrm>
        </p:grpSpPr>
        <p:sp>
          <p:nvSpPr>
            <p:cNvPr id="114" name="Google Shape;173;p15"/>
            <p:cNvSpPr/>
            <p:nvPr/>
          </p:nvSpPr>
          <p:spPr>
            <a:xfrm>
              <a:off x="9144000" y="4318920"/>
              <a:ext cx="1647360" cy="1647360"/>
            </a:xfrm>
            <a:custGeom>
              <a:avLst/>
              <a:gdLst>
                <a:gd name="textAreaLeft" fmla="*/ 0 w 1647360"/>
                <a:gd name="textAreaRight" fmla="*/ 1648800 w 1647360"/>
                <a:gd name="textAreaTop" fmla="*/ 0 h 1647360"/>
                <a:gd name="textAreaBottom" fmla="*/ 1648800 h 16473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7536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5" name="Google Shape;174;p15"/>
            <p:cNvSpPr/>
            <p:nvPr/>
          </p:nvSpPr>
          <p:spPr>
            <a:xfrm>
              <a:off x="9144000" y="4222440"/>
              <a:ext cx="1647360" cy="174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6" name="Google Shape;175;p15"/>
          <p:cNvGrpSpPr/>
          <p:nvPr/>
        </p:nvGrpSpPr>
        <p:grpSpPr>
          <a:xfrm>
            <a:off x="9144000" y="7123680"/>
            <a:ext cx="1647360" cy="1743840"/>
            <a:chOff x="9144000" y="7123680"/>
            <a:chExt cx="1647360" cy="1743840"/>
          </a:xfrm>
        </p:grpSpPr>
        <p:sp>
          <p:nvSpPr>
            <p:cNvPr id="117" name="Google Shape;176;p15"/>
            <p:cNvSpPr/>
            <p:nvPr/>
          </p:nvSpPr>
          <p:spPr>
            <a:xfrm>
              <a:off x="9144000" y="7220160"/>
              <a:ext cx="1647360" cy="1647360"/>
            </a:xfrm>
            <a:custGeom>
              <a:avLst/>
              <a:gdLst>
                <a:gd name="textAreaLeft" fmla="*/ 0 w 1647360"/>
                <a:gd name="textAreaRight" fmla="*/ 1648800 w 1647360"/>
                <a:gd name="textAreaTop" fmla="*/ 0 h 1647360"/>
                <a:gd name="textAreaBottom" fmla="*/ 1648800 h 16473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8" name="Google Shape;177;p15"/>
            <p:cNvSpPr/>
            <p:nvPr/>
          </p:nvSpPr>
          <p:spPr>
            <a:xfrm>
              <a:off x="9144000" y="7123680"/>
              <a:ext cx="1647360" cy="174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119" name="Google Shape;178;p15"/>
          <p:cNvSpPr/>
          <p:nvPr/>
        </p:nvSpPr>
        <p:spPr>
          <a:xfrm>
            <a:off x="9090720" y="1828080"/>
            <a:ext cx="17542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6500" spc="-1" strike="noStrike">
                <a:solidFill>
                  <a:srgbClr val="000000"/>
                </a:solidFill>
                <a:latin typeface="Bungee"/>
                <a:ea typeface="Bungee"/>
              </a:rPr>
              <a:t>01.</a:t>
            </a:r>
            <a:endParaRPr b="0" lang="en-US" sz="6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Google Shape;179;p15"/>
          <p:cNvSpPr/>
          <p:nvPr/>
        </p:nvSpPr>
        <p:spPr>
          <a:xfrm>
            <a:off x="9144000" y="4618800"/>
            <a:ext cx="16473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6500" spc="-1" strike="noStrike">
                <a:solidFill>
                  <a:srgbClr val="000000"/>
                </a:solidFill>
                <a:latin typeface="Bungee"/>
                <a:ea typeface="Bungee"/>
              </a:rPr>
              <a:t>02.</a:t>
            </a:r>
            <a:endParaRPr b="0" lang="en-US" sz="6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Google Shape;180;p15"/>
          <p:cNvSpPr/>
          <p:nvPr/>
        </p:nvSpPr>
        <p:spPr>
          <a:xfrm>
            <a:off x="9039240" y="7496280"/>
            <a:ext cx="18568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6500" spc="-1" strike="noStrike">
                <a:solidFill>
                  <a:srgbClr val="000000"/>
                </a:solidFill>
                <a:latin typeface="Bungee"/>
                <a:ea typeface="Bungee"/>
              </a:rPr>
              <a:t>03.</a:t>
            </a:r>
            <a:endParaRPr b="0" lang="en-US" sz="6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Google Shape;181;p15"/>
          <p:cNvSpPr/>
          <p:nvPr/>
        </p:nvSpPr>
        <p:spPr>
          <a:xfrm flipH="1" rot="10800000">
            <a:off x="-818640" y="-651600"/>
            <a:ext cx="4723200" cy="4113360"/>
          </a:xfrm>
          <a:custGeom>
            <a:avLst/>
            <a:gdLst>
              <a:gd name="textAreaLeft" fmla="*/ -720 w 4723200"/>
              <a:gd name="textAreaRight" fmla="*/ 4723920 w 4723200"/>
              <a:gd name="textAreaTop" fmla="*/ 0 h 4113360"/>
              <a:gd name="textAreaBottom" fmla="*/ 4114800 h 4113360"/>
            </a:gdLst>
            <a:ahLst/>
            <a:rect l="textAreaLeft" t="textAreaTop" r="textAreaRight" b="textAreaBottom"/>
            <a:pathLst>
              <a:path w="4724718" h="4114800">
                <a:moveTo>
                  <a:pt x="0" y="4114800"/>
                </a:moveTo>
                <a:lnTo>
                  <a:pt x="4724718" y="4114800"/>
                </a:lnTo>
                <a:lnTo>
                  <a:pt x="47247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p14:dur="400">
        <p:push dir="l"/>
      </p:transition>
    </mc:Choice>
    <mc:Fallback>
      <p:transition>
        <p:push dir="l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86;p16"/>
          <p:cNvSpPr/>
          <p:nvPr/>
        </p:nvSpPr>
        <p:spPr>
          <a:xfrm>
            <a:off x="1650960" y="2122200"/>
            <a:ext cx="11832840" cy="9081360"/>
          </a:xfrm>
          <a:custGeom>
            <a:avLst/>
            <a:gdLst>
              <a:gd name="textAreaLeft" fmla="*/ 0 w 11832840"/>
              <a:gd name="textAreaRight" fmla="*/ 11834280 w 11832840"/>
              <a:gd name="textAreaTop" fmla="*/ 0 h 9081360"/>
              <a:gd name="textAreaBottom" fmla="*/ 9082800 h 9081360"/>
            </a:gdLst>
            <a:ahLst/>
            <a:rect l="textAreaLeft" t="textAreaTop" r="textAreaRight" b="textAreaBottom"/>
            <a:pathLst>
              <a:path w="11834176" h="9082730">
                <a:moveTo>
                  <a:pt x="0" y="0"/>
                </a:moveTo>
                <a:lnTo>
                  <a:pt x="11834177" y="0"/>
                </a:lnTo>
                <a:lnTo>
                  <a:pt x="11834177" y="9082730"/>
                </a:lnTo>
                <a:lnTo>
                  <a:pt x="0" y="90827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Google Shape;187;p16"/>
          <p:cNvSpPr/>
          <p:nvPr/>
        </p:nvSpPr>
        <p:spPr>
          <a:xfrm rot="16200000">
            <a:off x="2179080" y="-526680"/>
            <a:ext cx="8434440" cy="9490680"/>
          </a:xfrm>
          <a:custGeom>
            <a:avLst/>
            <a:gdLst>
              <a:gd name="textAreaLeft" fmla="*/ 0 w 8434440"/>
              <a:gd name="textAreaRight" fmla="*/ 8435880 w 8434440"/>
              <a:gd name="textAreaTop" fmla="*/ 0 h 9490680"/>
              <a:gd name="textAreaBottom" fmla="*/ 9492120 h 949068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4" y="0"/>
                </a:lnTo>
                <a:lnTo>
                  <a:pt x="8435964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Google Shape;188;p16"/>
          <p:cNvSpPr/>
          <p:nvPr/>
        </p:nvSpPr>
        <p:spPr>
          <a:xfrm>
            <a:off x="10601280" y="1780200"/>
            <a:ext cx="14521320" cy="10200960"/>
          </a:xfrm>
          <a:custGeom>
            <a:avLst/>
            <a:gdLst>
              <a:gd name="textAreaLeft" fmla="*/ 0 w 14521320"/>
              <a:gd name="textAreaRight" fmla="*/ 14522760 w 14521320"/>
              <a:gd name="textAreaTop" fmla="*/ 0 h 10200960"/>
              <a:gd name="textAreaBottom" fmla="*/ 10202400 h 10200960"/>
            </a:gdLst>
            <a:ahLst/>
            <a:rect l="textAreaLeft" t="textAreaTop" r="textAreaRight" b="textAreaBottom"/>
            <a:pathLst>
              <a:path w="14522752" h="10202233">
                <a:moveTo>
                  <a:pt x="0" y="0"/>
                </a:moveTo>
                <a:lnTo>
                  <a:pt x="14522752" y="0"/>
                </a:lnTo>
                <a:lnTo>
                  <a:pt x="14522752" y="10202234"/>
                </a:lnTo>
                <a:lnTo>
                  <a:pt x="0" y="102022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Google Shape;189;p16"/>
          <p:cNvSpPr/>
          <p:nvPr/>
        </p:nvSpPr>
        <p:spPr>
          <a:xfrm>
            <a:off x="-2370960" y="583200"/>
            <a:ext cx="7983360" cy="8006400"/>
          </a:xfrm>
          <a:custGeom>
            <a:avLst/>
            <a:gdLst>
              <a:gd name="textAreaLeft" fmla="*/ 0 w 7983360"/>
              <a:gd name="textAreaRight" fmla="*/ 7984800 w 7983360"/>
              <a:gd name="textAreaTop" fmla="*/ 0 h 8006400"/>
              <a:gd name="textAreaBottom" fmla="*/ 8007840 h 800640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0e8c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Google Shape;190;p16"/>
          <p:cNvSpPr/>
          <p:nvPr/>
        </p:nvSpPr>
        <p:spPr>
          <a:xfrm rot="16200000">
            <a:off x="10010520" y="502200"/>
            <a:ext cx="8434440" cy="9490680"/>
          </a:xfrm>
          <a:custGeom>
            <a:avLst/>
            <a:gdLst>
              <a:gd name="textAreaLeft" fmla="*/ 0 w 8434440"/>
              <a:gd name="textAreaRight" fmla="*/ 8435880 w 8434440"/>
              <a:gd name="textAreaTop" fmla="*/ 0 h 9490680"/>
              <a:gd name="textAreaBottom" fmla="*/ 9492120 h 949068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5" y="0"/>
                </a:lnTo>
                <a:lnTo>
                  <a:pt x="8435965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8" name="Google Shape;191;p16"/>
          <p:cNvGrpSpPr/>
          <p:nvPr/>
        </p:nvGrpSpPr>
        <p:grpSpPr>
          <a:xfrm>
            <a:off x="3091680" y="2598480"/>
            <a:ext cx="11943000" cy="5924520"/>
            <a:chOff x="3091680" y="2598480"/>
            <a:chExt cx="11943000" cy="5924520"/>
          </a:xfrm>
        </p:grpSpPr>
        <p:sp>
          <p:nvSpPr>
            <p:cNvPr id="129" name="Google Shape;192;p16"/>
            <p:cNvSpPr/>
            <p:nvPr/>
          </p:nvSpPr>
          <p:spPr>
            <a:xfrm>
              <a:off x="3091680" y="2901600"/>
              <a:ext cx="11943000" cy="5621400"/>
            </a:xfrm>
            <a:custGeom>
              <a:avLst/>
              <a:gdLst>
                <a:gd name="textAreaLeft" fmla="*/ 0 w 11943000"/>
                <a:gd name="textAreaRight" fmla="*/ 11944440 w 11943000"/>
                <a:gd name="textAreaTop" fmla="*/ 0 h 5621400"/>
                <a:gd name="textAreaBottom" fmla="*/ 5622840 h 5621400"/>
              </a:gdLst>
              <a:ahLst/>
              <a:rect l="textAreaLeft" t="textAreaTop" r="textAreaRight" b="textAreaBottom"/>
              <a:pathLst>
                <a:path w="1877620" h="883880">
                  <a:moveTo>
                    <a:pt x="0" y="0"/>
                  </a:moveTo>
                  <a:lnTo>
                    <a:pt x="1877620" y="0"/>
                  </a:lnTo>
                  <a:lnTo>
                    <a:pt x="1877620" y="883880"/>
                  </a:lnTo>
                  <a:lnTo>
                    <a:pt x="0" y="88388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0" name="Google Shape;193;p16"/>
            <p:cNvSpPr/>
            <p:nvPr/>
          </p:nvSpPr>
          <p:spPr>
            <a:xfrm>
              <a:off x="3091680" y="2598480"/>
              <a:ext cx="11943000" cy="5924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31" name="Google Shape;194;p16"/>
          <p:cNvGrpSpPr/>
          <p:nvPr/>
        </p:nvGrpSpPr>
        <p:grpSpPr>
          <a:xfrm>
            <a:off x="5257800" y="2486160"/>
            <a:ext cx="8074440" cy="3963600"/>
            <a:chOff x="5257800" y="2486160"/>
            <a:chExt cx="8074440" cy="3963600"/>
          </a:xfrm>
        </p:grpSpPr>
        <p:sp>
          <p:nvSpPr>
            <p:cNvPr id="132" name="Google Shape;195;p16"/>
            <p:cNvSpPr/>
            <p:nvPr/>
          </p:nvSpPr>
          <p:spPr>
            <a:xfrm>
              <a:off x="5257800" y="2486160"/>
              <a:ext cx="8074440" cy="3963600"/>
            </a:xfrm>
            <a:custGeom>
              <a:avLst/>
              <a:gdLst>
                <a:gd name="textAreaLeft" fmla="*/ 0 w 8074440"/>
                <a:gd name="textAreaRight" fmla="*/ 8075880 w 8074440"/>
                <a:gd name="textAreaTop" fmla="*/ 0 h 3963600"/>
                <a:gd name="textAreaBottom" fmla="*/ 3965040 h 3963600"/>
              </a:gdLst>
              <a:ahLst/>
              <a:rect l="textAreaLeft" t="textAreaTop" r="textAreaRight" b="textAreaBottom"/>
              <a:pathLst>
                <a:path w="2488913" h="2086611">
                  <a:moveTo>
                    <a:pt x="1244456" y="0"/>
                  </a:moveTo>
                  <a:cubicBezTo>
                    <a:pt x="557162" y="0"/>
                    <a:pt x="0" y="467104"/>
                    <a:pt x="0" y="1043306"/>
                  </a:cubicBezTo>
                  <a:cubicBezTo>
                    <a:pt x="0" y="1619507"/>
                    <a:pt x="557162" y="2086611"/>
                    <a:pt x="1244456" y="2086611"/>
                  </a:cubicBezTo>
                  <a:cubicBezTo>
                    <a:pt x="1931750" y="2086611"/>
                    <a:pt x="2488913" y="1619507"/>
                    <a:pt x="2488913" y="1043306"/>
                  </a:cubicBezTo>
                  <a:cubicBezTo>
                    <a:pt x="2488913" y="467104"/>
                    <a:pt x="1931750" y="0"/>
                    <a:pt x="1244456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3" name="Google Shape;196;p16"/>
            <p:cNvSpPr/>
            <p:nvPr/>
          </p:nvSpPr>
          <p:spPr>
            <a:xfrm>
              <a:off x="6015240" y="2514240"/>
              <a:ext cx="6560280" cy="3564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20000"/>
                </a:lnSpc>
                <a:tabLst>
                  <a:tab algn="l" pos="0"/>
                </a:tabLst>
              </a:pPr>
              <a:r>
                <a:rPr b="0" lang="en-US" sz="9000" spc="-1" strike="noStrike">
                  <a:solidFill>
                    <a:srgbClr val="000000"/>
                  </a:solidFill>
                  <a:latin typeface="Bungee"/>
                  <a:ea typeface="Bungee"/>
                </a:rPr>
                <a:t>01. Зачем: 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aphicFrame>
        <p:nvGraphicFramePr>
          <p:cNvPr id="134" name="Google Shape;197;p16"/>
          <p:cNvGraphicFramePr/>
          <p:nvPr/>
        </p:nvGraphicFramePr>
        <p:xfrm>
          <a:off x="0" y="6480"/>
          <a:ext cx="18297000" cy="1773720"/>
        </p:xfrm>
        <a:graphic>
          <a:graphicData uri="http://schemas.openxmlformats.org/drawingml/2006/table">
            <a:tbl>
              <a:tblPr/>
              <a:tblGrid>
                <a:gridCol w="6099120"/>
                <a:gridCol w="6099120"/>
                <a:gridCol w="6099120"/>
              </a:tblGrid>
              <a:tr h="1773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</a:tbl>
          </a:graphicData>
        </a:graphic>
      </p:graphicFrame>
      <p:grpSp>
        <p:nvGrpSpPr>
          <p:cNvPr id="135" name="Google Shape;198;p16"/>
          <p:cNvGrpSpPr/>
          <p:nvPr/>
        </p:nvGrpSpPr>
        <p:grpSpPr>
          <a:xfrm>
            <a:off x="7286040" y="2524320"/>
            <a:ext cx="866880" cy="866880"/>
            <a:chOff x="7286040" y="2524320"/>
            <a:chExt cx="866880" cy="866880"/>
          </a:xfrm>
        </p:grpSpPr>
        <p:sp>
          <p:nvSpPr>
            <p:cNvPr id="136" name="Google Shape;199;p16"/>
            <p:cNvSpPr/>
            <p:nvPr/>
          </p:nvSpPr>
          <p:spPr>
            <a:xfrm>
              <a:off x="7286040" y="2524320"/>
              <a:ext cx="866880" cy="866880"/>
            </a:xfrm>
            <a:custGeom>
              <a:avLst/>
              <a:gdLst>
                <a:gd name="textAreaLeft" fmla="*/ 0 w 866880"/>
                <a:gd name="textAreaRight" fmla="*/ 868320 w 866880"/>
                <a:gd name="textAreaTop" fmla="*/ 0 h 866880"/>
                <a:gd name="textAreaBottom" fmla="*/ 868320 h 8668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7" name="Google Shape;200;p16"/>
            <p:cNvSpPr/>
            <p:nvPr/>
          </p:nvSpPr>
          <p:spPr>
            <a:xfrm>
              <a:off x="7367400" y="2554920"/>
              <a:ext cx="704160" cy="75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138" name="Google Shape;201;p16"/>
          <p:cNvSpPr/>
          <p:nvPr/>
        </p:nvSpPr>
        <p:spPr>
          <a:xfrm>
            <a:off x="3825360" y="4800600"/>
            <a:ext cx="108043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задача и ценность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Google Shape;202;p16"/>
          <p:cNvSpPr/>
          <p:nvPr/>
        </p:nvSpPr>
        <p:spPr>
          <a:xfrm>
            <a:off x="4343400" y="6858000"/>
            <a:ext cx="986940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Проблема, актуальность, цель и применимость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Google Shape;203;p16"/>
          <p:cNvSpPr/>
          <p:nvPr/>
        </p:nvSpPr>
        <p:spPr>
          <a:xfrm>
            <a:off x="1304280" y="639000"/>
            <a:ext cx="31676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Google Shape;204;p16"/>
          <p:cNvSpPr/>
          <p:nvPr/>
        </p:nvSpPr>
        <p:spPr>
          <a:xfrm>
            <a:off x="6856560" y="639000"/>
            <a:ext cx="45831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КАК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Google Shape;205;p16"/>
          <p:cNvSpPr/>
          <p:nvPr/>
        </p:nvSpPr>
        <p:spPr>
          <a:xfrm>
            <a:off x="13456440" y="647640"/>
            <a:ext cx="36860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43" name="Google Shape;206;p16"/>
          <p:cNvGrpSpPr/>
          <p:nvPr/>
        </p:nvGrpSpPr>
        <p:grpSpPr>
          <a:xfrm>
            <a:off x="8709840" y="2486160"/>
            <a:ext cx="866880" cy="866880"/>
            <a:chOff x="8709840" y="2486160"/>
            <a:chExt cx="866880" cy="866880"/>
          </a:xfrm>
        </p:grpSpPr>
        <p:sp>
          <p:nvSpPr>
            <p:cNvPr id="144" name="Google Shape;207;p16"/>
            <p:cNvSpPr/>
            <p:nvPr/>
          </p:nvSpPr>
          <p:spPr>
            <a:xfrm>
              <a:off x="8709840" y="2486160"/>
              <a:ext cx="866880" cy="866880"/>
            </a:xfrm>
            <a:custGeom>
              <a:avLst/>
              <a:gdLst>
                <a:gd name="textAreaLeft" fmla="*/ 0 w 866880"/>
                <a:gd name="textAreaRight" fmla="*/ 868320 w 866880"/>
                <a:gd name="textAreaTop" fmla="*/ 0 h 866880"/>
                <a:gd name="textAreaBottom" fmla="*/ 868320 h 8668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5" name="Google Shape;208;p16"/>
            <p:cNvSpPr/>
            <p:nvPr/>
          </p:nvSpPr>
          <p:spPr>
            <a:xfrm>
              <a:off x="8791200" y="2516760"/>
              <a:ext cx="704160" cy="75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6" name="Google Shape;209;p16"/>
          <p:cNvGrpSpPr/>
          <p:nvPr/>
        </p:nvGrpSpPr>
        <p:grpSpPr>
          <a:xfrm>
            <a:off x="10133640" y="2486160"/>
            <a:ext cx="866880" cy="866880"/>
            <a:chOff x="10133640" y="2486160"/>
            <a:chExt cx="866880" cy="866880"/>
          </a:xfrm>
        </p:grpSpPr>
        <p:sp>
          <p:nvSpPr>
            <p:cNvPr id="147" name="Google Shape;210;p16"/>
            <p:cNvSpPr/>
            <p:nvPr/>
          </p:nvSpPr>
          <p:spPr>
            <a:xfrm>
              <a:off x="10133640" y="2486160"/>
              <a:ext cx="866880" cy="866880"/>
            </a:xfrm>
            <a:custGeom>
              <a:avLst/>
              <a:gdLst>
                <a:gd name="textAreaLeft" fmla="*/ 0 w 866880"/>
                <a:gd name="textAreaRight" fmla="*/ 868320 w 866880"/>
                <a:gd name="textAreaTop" fmla="*/ 0 h 866880"/>
                <a:gd name="textAreaBottom" fmla="*/ 868320 h 8668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8" name="Google Shape;211;p16"/>
            <p:cNvSpPr/>
            <p:nvPr/>
          </p:nvSpPr>
          <p:spPr>
            <a:xfrm>
              <a:off x="10215000" y="2516760"/>
              <a:ext cx="704160" cy="75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9" name="Google Shape;212;p16"/>
          <p:cNvGrpSpPr/>
          <p:nvPr/>
        </p:nvGrpSpPr>
        <p:grpSpPr>
          <a:xfrm>
            <a:off x="2098440" y="3766680"/>
            <a:ext cx="3283920" cy="1375200"/>
            <a:chOff x="2098440" y="3766680"/>
            <a:chExt cx="3283920" cy="1375200"/>
          </a:xfrm>
        </p:grpSpPr>
        <p:sp>
          <p:nvSpPr>
            <p:cNvPr id="150" name="Google Shape;213;p16"/>
            <p:cNvSpPr/>
            <p:nvPr/>
          </p:nvSpPr>
          <p:spPr>
            <a:xfrm>
              <a:off x="2098440" y="472860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1" name="Google Shape;214;p16"/>
            <p:cNvSpPr/>
            <p:nvPr/>
          </p:nvSpPr>
          <p:spPr>
            <a:xfrm>
              <a:off x="2098440" y="424764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2" name="Google Shape;215;p16"/>
            <p:cNvSpPr/>
            <p:nvPr/>
          </p:nvSpPr>
          <p:spPr>
            <a:xfrm>
              <a:off x="2098440" y="376668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p14:dur="400">
        <p:push dir="l"/>
      </p:transition>
    </mc:Choice>
    <mc:Fallback>
      <p:transition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" name="Google Shape;242;p18"/>
          <p:cNvGrpSpPr/>
          <p:nvPr/>
        </p:nvGrpSpPr>
        <p:grpSpPr>
          <a:xfrm>
            <a:off x="9516960" y="4271760"/>
            <a:ext cx="8156880" cy="1303200"/>
            <a:chOff x="9516960" y="4271760"/>
            <a:chExt cx="8156880" cy="1303200"/>
          </a:xfrm>
        </p:grpSpPr>
        <p:sp>
          <p:nvSpPr>
            <p:cNvPr id="154" name="Google Shape;243;p18"/>
            <p:cNvSpPr/>
            <p:nvPr/>
          </p:nvSpPr>
          <p:spPr>
            <a:xfrm>
              <a:off x="9516960" y="4383000"/>
              <a:ext cx="8156880" cy="1191600"/>
            </a:xfrm>
            <a:custGeom>
              <a:avLst/>
              <a:gdLst>
                <a:gd name="textAreaLeft" fmla="*/ 0 w 8156880"/>
                <a:gd name="textAreaRight" fmla="*/ 8158320 w 8156880"/>
                <a:gd name="textAreaTop" fmla="*/ 0 h 1191600"/>
                <a:gd name="textAreaBottom" fmla="*/ 1193040 h 1191600"/>
              </a:gdLst>
              <a:ahLst/>
              <a:rect l="textAreaLeft" t="textAreaTop" r="textAreaRight" b="textAreaBottom"/>
              <a:pathLst>
                <a:path w="3489182" h="510278">
                  <a:moveTo>
                    <a:pt x="0" y="0"/>
                  </a:moveTo>
                  <a:lnTo>
                    <a:pt x="3489182" y="0"/>
                  </a:lnTo>
                  <a:lnTo>
                    <a:pt x="348918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5" name="Google Shape;244;p18"/>
            <p:cNvSpPr/>
            <p:nvPr/>
          </p:nvSpPr>
          <p:spPr>
            <a:xfrm>
              <a:off x="9516960" y="4271760"/>
              <a:ext cx="8156880" cy="1303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56" name="Google Shape;245;p18"/>
          <p:cNvSpPr/>
          <p:nvPr/>
        </p:nvSpPr>
        <p:spPr>
          <a:xfrm>
            <a:off x="9804600" y="3538800"/>
            <a:ext cx="6882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Проблема</a:t>
            </a:r>
            <a:endParaRPr b="0" lang="en-US" sz="9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Google Shape;246;p18"/>
          <p:cNvSpPr/>
          <p:nvPr/>
        </p:nvSpPr>
        <p:spPr>
          <a:xfrm rot="10800000">
            <a:off x="-4581000" y="3074760"/>
            <a:ext cx="9186120" cy="9186120"/>
          </a:xfrm>
          <a:custGeom>
            <a:avLst/>
            <a:gdLst>
              <a:gd name="textAreaLeft" fmla="*/ 0 w 9186120"/>
              <a:gd name="textAreaRight" fmla="*/ 9187560 w 9186120"/>
              <a:gd name="textAreaTop" fmla="*/ 0 h 9186120"/>
              <a:gd name="textAreaBottom" fmla="*/ 9187560 h 9186120"/>
            </a:gdLst>
            <a:ahLst/>
            <a:rect l="textAreaLeft" t="textAreaTop" r="textAreaRight" b="textAreaBottom"/>
            <a:pathLst>
              <a:path w="9187489" h="9187489">
                <a:moveTo>
                  <a:pt x="9187489" y="9187489"/>
                </a:moveTo>
                <a:lnTo>
                  <a:pt x="0" y="9187489"/>
                </a:lnTo>
                <a:lnTo>
                  <a:pt x="0" y="0"/>
                </a:lnTo>
                <a:lnTo>
                  <a:pt x="9187489" y="0"/>
                </a:lnTo>
                <a:lnTo>
                  <a:pt x="9187489" y="9187489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58" name="Google Shape;247;p18"/>
          <p:cNvGrpSpPr/>
          <p:nvPr/>
        </p:nvGrpSpPr>
        <p:grpSpPr>
          <a:xfrm>
            <a:off x="-1355400" y="1175040"/>
            <a:ext cx="10144800" cy="3301200"/>
            <a:chOff x="-1355400" y="1175040"/>
            <a:chExt cx="10144800" cy="3301200"/>
          </a:xfrm>
        </p:grpSpPr>
        <p:sp>
          <p:nvSpPr>
            <p:cNvPr id="159" name="Google Shape;248;p18"/>
            <p:cNvSpPr/>
            <p:nvPr/>
          </p:nvSpPr>
          <p:spPr>
            <a:xfrm>
              <a:off x="-1355400" y="1511640"/>
              <a:ext cx="10144800" cy="2964600"/>
            </a:xfrm>
            <a:custGeom>
              <a:avLst/>
              <a:gdLst>
                <a:gd name="textAreaLeft" fmla="*/ 0 w 10144800"/>
                <a:gd name="textAreaRight" fmla="*/ 10146240 w 10144800"/>
                <a:gd name="textAreaTop" fmla="*/ 0 h 2964600"/>
                <a:gd name="textAreaBottom" fmla="*/ 2966040 h 2964600"/>
              </a:gdLst>
              <a:ahLst/>
              <a:rect l="textAreaLeft" t="textAreaTop" r="textAreaRight" b="textAreaBottom"/>
              <a:pathLst>
                <a:path w="1435577" h="419680">
                  <a:moveTo>
                    <a:pt x="0" y="0"/>
                  </a:moveTo>
                  <a:lnTo>
                    <a:pt x="1435577" y="0"/>
                  </a:lnTo>
                  <a:lnTo>
                    <a:pt x="1435577" y="419680"/>
                  </a:lnTo>
                  <a:lnTo>
                    <a:pt x="0" y="419680"/>
                  </a:lnTo>
                  <a:close/>
                </a:path>
              </a:pathLst>
            </a:custGeom>
            <a:solidFill>
              <a:srgbClr val="0e8cfe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0" name="Google Shape;249;p18"/>
            <p:cNvSpPr/>
            <p:nvPr/>
          </p:nvSpPr>
          <p:spPr>
            <a:xfrm>
              <a:off x="-1355400" y="1175040"/>
              <a:ext cx="10144800" cy="3301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1" name="Google Shape;250;p18"/>
          <p:cNvSpPr/>
          <p:nvPr/>
        </p:nvSpPr>
        <p:spPr>
          <a:xfrm>
            <a:off x="11262960" y="7234560"/>
            <a:ext cx="4986000" cy="9920160"/>
          </a:xfrm>
          <a:custGeom>
            <a:avLst/>
            <a:gdLst>
              <a:gd name="textAreaLeft" fmla="*/ 0 w 4986000"/>
              <a:gd name="textAreaRight" fmla="*/ 4987440 w 4986000"/>
              <a:gd name="textAreaTop" fmla="*/ 0 h 9920160"/>
              <a:gd name="textAreaBottom" fmla="*/ 9921600 h 9920160"/>
            </a:gdLst>
            <a:ahLst/>
            <a:rect l="textAreaLeft" t="textAreaTop" r="textAreaRight" b="textAreaBottom"/>
            <a:pathLst>
              <a:path w="4987476" h="9921538">
                <a:moveTo>
                  <a:pt x="0" y="0"/>
                </a:moveTo>
                <a:lnTo>
                  <a:pt x="4987476" y="0"/>
                </a:lnTo>
                <a:lnTo>
                  <a:pt x="4987476" y="9921538"/>
                </a:lnTo>
                <a:lnTo>
                  <a:pt x="0" y="99215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62" name="Google Shape;251;p18"/>
          <p:cNvGrpSpPr/>
          <p:nvPr/>
        </p:nvGrpSpPr>
        <p:grpSpPr>
          <a:xfrm>
            <a:off x="-1355400" y="5284800"/>
            <a:ext cx="10144800" cy="3301200"/>
            <a:chOff x="-1355400" y="5284800"/>
            <a:chExt cx="10144800" cy="3301200"/>
          </a:xfrm>
        </p:grpSpPr>
        <p:sp>
          <p:nvSpPr>
            <p:cNvPr id="163" name="Google Shape;252;p18"/>
            <p:cNvSpPr/>
            <p:nvPr/>
          </p:nvSpPr>
          <p:spPr>
            <a:xfrm>
              <a:off x="-1355400" y="5621400"/>
              <a:ext cx="10144800" cy="2964600"/>
            </a:xfrm>
            <a:custGeom>
              <a:avLst/>
              <a:gdLst>
                <a:gd name="textAreaLeft" fmla="*/ 0 w 10144800"/>
                <a:gd name="textAreaRight" fmla="*/ 10146240 w 10144800"/>
                <a:gd name="textAreaTop" fmla="*/ 0 h 2964600"/>
                <a:gd name="textAreaBottom" fmla="*/ 2966040 h 2964600"/>
              </a:gdLst>
              <a:ahLst/>
              <a:rect l="textAreaLeft" t="textAreaTop" r="textAreaRight" b="textAreaBottom"/>
              <a:pathLst>
                <a:path w="1435577" h="419680">
                  <a:moveTo>
                    <a:pt x="0" y="0"/>
                  </a:moveTo>
                  <a:lnTo>
                    <a:pt x="1435577" y="0"/>
                  </a:lnTo>
                  <a:lnTo>
                    <a:pt x="1435577" y="419680"/>
                  </a:lnTo>
                  <a:lnTo>
                    <a:pt x="0" y="419680"/>
                  </a:lnTo>
                  <a:close/>
                </a:path>
              </a:pathLst>
            </a:custGeom>
            <a:solidFill>
              <a:srgbClr val="b35e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4" name="Google Shape;253;p18"/>
            <p:cNvSpPr/>
            <p:nvPr/>
          </p:nvSpPr>
          <p:spPr>
            <a:xfrm>
              <a:off x="-1355400" y="5284800"/>
              <a:ext cx="10144800" cy="3301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5" name="Google Shape;254;p18"/>
          <p:cNvGrpSpPr/>
          <p:nvPr/>
        </p:nvGrpSpPr>
        <p:grpSpPr>
          <a:xfrm>
            <a:off x="10926720" y="-2028600"/>
            <a:ext cx="3460680" cy="3460680"/>
            <a:chOff x="10926720" y="-2028600"/>
            <a:chExt cx="3460680" cy="3460680"/>
          </a:xfrm>
        </p:grpSpPr>
        <p:sp>
          <p:nvSpPr>
            <p:cNvPr id="166" name="Google Shape;255;p18"/>
            <p:cNvSpPr/>
            <p:nvPr/>
          </p:nvSpPr>
          <p:spPr>
            <a:xfrm>
              <a:off x="10926720" y="-2028600"/>
              <a:ext cx="3460680" cy="3460680"/>
            </a:xfrm>
            <a:custGeom>
              <a:avLst/>
              <a:gdLst>
                <a:gd name="textAreaLeft" fmla="*/ 0 w 3460680"/>
                <a:gd name="textAreaRight" fmla="*/ 3462120 w 3460680"/>
                <a:gd name="textAreaTop" fmla="*/ 0 h 3460680"/>
                <a:gd name="textAreaBottom" fmla="*/ 3462120 h 34606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7" name="Google Shape;256;p18"/>
            <p:cNvSpPr/>
            <p:nvPr/>
          </p:nvSpPr>
          <p:spPr>
            <a:xfrm>
              <a:off x="11251440" y="-1906920"/>
              <a:ext cx="2811600" cy="3014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8" name="Google Shape;257;p18"/>
          <p:cNvSpPr/>
          <p:nvPr/>
        </p:nvSpPr>
        <p:spPr>
          <a:xfrm flipH="1" rot="10800000">
            <a:off x="13081320" y="-5408280"/>
            <a:ext cx="9186120" cy="9186120"/>
          </a:xfrm>
          <a:custGeom>
            <a:avLst/>
            <a:gdLst>
              <a:gd name="textAreaLeft" fmla="*/ 720 w 9186120"/>
              <a:gd name="textAreaRight" fmla="*/ 9188280 w 9186120"/>
              <a:gd name="textAreaTop" fmla="*/ 0 h 9186120"/>
              <a:gd name="textAreaBottom" fmla="*/ 9187560 h 9186120"/>
            </a:gdLst>
            <a:ahLst/>
            <a:rect l="textAreaLeft" t="textAreaTop" r="textAreaRight" b="textAreaBottom"/>
            <a:pathLst>
              <a:path w="9187489" h="9187489">
                <a:moveTo>
                  <a:pt x="0" y="9187488"/>
                </a:moveTo>
                <a:lnTo>
                  <a:pt x="9187488" y="9187488"/>
                </a:lnTo>
                <a:lnTo>
                  <a:pt x="9187488" y="0"/>
                </a:lnTo>
                <a:lnTo>
                  <a:pt x="0" y="0"/>
                </a:lnTo>
                <a:lnTo>
                  <a:pt x="0" y="9187488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Google Shape;258;p18"/>
          <p:cNvSpPr/>
          <p:nvPr/>
        </p:nvSpPr>
        <p:spPr>
          <a:xfrm>
            <a:off x="8309880" y="9058680"/>
            <a:ext cx="4346640" cy="828720"/>
          </a:xfrm>
          <a:custGeom>
            <a:avLst/>
            <a:gdLst>
              <a:gd name="textAreaLeft" fmla="*/ 0 w 4346640"/>
              <a:gd name="textAreaRight" fmla="*/ 4348080 w 4346640"/>
              <a:gd name="textAreaTop" fmla="*/ 0 h 828720"/>
              <a:gd name="textAreaBottom" fmla="*/ 830160 h 828720"/>
            </a:gdLst>
            <a:ahLst/>
            <a:rect l="textAreaLeft" t="textAreaTop" r="textAreaRight" b="textAreaBottom"/>
            <a:pathLst>
              <a:path w="4348056" h="830083">
                <a:moveTo>
                  <a:pt x="0" y="0"/>
                </a:moveTo>
                <a:lnTo>
                  <a:pt x="4348056" y="0"/>
                </a:lnTo>
                <a:lnTo>
                  <a:pt x="4348056" y="830083"/>
                </a:lnTo>
                <a:lnTo>
                  <a:pt x="0" y="83008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70" name="Google Shape;259;p18"/>
          <p:cNvGrpSpPr/>
          <p:nvPr/>
        </p:nvGrpSpPr>
        <p:grpSpPr>
          <a:xfrm>
            <a:off x="1028880" y="1198440"/>
            <a:ext cx="559080" cy="591840"/>
            <a:chOff x="1028880" y="1198440"/>
            <a:chExt cx="559080" cy="591840"/>
          </a:xfrm>
        </p:grpSpPr>
        <p:sp>
          <p:nvSpPr>
            <p:cNvPr id="171" name="Google Shape;260;p18"/>
            <p:cNvSpPr/>
            <p:nvPr/>
          </p:nvSpPr>
          <p:spPr>
            <a:xfrm>
              <a:off x="1028880" y="1231200"/>
              <a:ext cx="559080" cy="559080"/>
            </a:xfrm>
            <a:custGeom>
              <a:avLst/>
              <a:gdLst>
                <a:gd name="textAreaLeft" fmla="*/ 0 w 559080"/>
                <a:gd name="textAreaRight" fmla="*/ 560520 w 559080"/>
                <a:gd name="textAreaTop" fmla="*/ 0 h 559080"/>
                <a:gd name="textAreaBottom" fmla="*/ 560520 h 559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2" name="Google Shape;261;p18"/>
            <p:cNvSpPr/>
            <p:nvPr/>
          </p:nvSpPr>
          <p:spPr>
            <a:xfrm>
              <a:off x="1028880" y="1198440"/>
              <a:ext cx="559080" cy="59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3" name="Google Shape;262;p18"/>
          <p:cNvGrpSpPr/>
          <p:nvPr/>
        </p:nvGrpSpPr>
        <p:grpSpPr>
          <a:xfrm>
            <a:off x="1752480" y="1198440"/>
            <a:ext cx="559080" cy="591840"/>
            <a:chOff x="1752480" y="1198440"/>
            <a:chExt cx="559080" cy="591840"/>
          </a:xfrm>
        </p:grpSpPr>
        <p:sp>
          <p:nvSpPr>
            <p:cNvPr id="174" name="Google Shape;263;p18"/>
            <p:cNvSpPr/>
            <p:nvPr/>
          </p:nvSpPr>
          <p:spPr>
            <a:xfrm>
              <a:off x="1752480" y="1231200"/>
              <a:ext cx="559080" cy="559080"/>
            </a:xfrm>
            <a:custGeom>
              <a:avLst/>
              <a:gdLst>
                <a:gd name="textAreaLeft" fmla="*/ 0 w 559080"/>
                <a:gd name="textAreaRight" fmla="*/ 560520 w 559080"/>
                <a:gd name="textAreaTop" fmla="*/ 0 h 559080"/>
                <a:gd name="textAreaBottom" fmla="*/ 560520 h 559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5" name="Google Shape;264;p18"/>
            <p:cNvSpPr/>
            <p:nvPr/>
          </p:nvSpPr>
          <p:spPr>
            <a:xfrm>
              <a:off x="1752480" y="1198440"/>
              <a:ext cx="559080" cy="59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6" name="Google Shape;265;p18"/>
          <p:cNvGrpSpPr/>
          <p:nvPr/>
        </p:nvGrpSpPr>
        <p:grpSpPr>
          <a:xfrm>
            <a:off x="2476080" y="1198440"/>
            <a:ext cx="559080" cy="591840"/>
            <a:chOff x="2476080" y="1198440"/>
            <a:chExt cx="559080" cy="591840"/>
          </a:xfrm>
        </p:grpSpPr>
        <p:sp>
          <p:nvSpPr>
            <p:cNvPr id="177" name="Google Shape;266;p18"/>
            <p:cNvSpPr/>
            <p:nvPr/>
          </p:nvSpPr>
          <p:spPr>
            <a:xfrm>
              <a:off x="2476080" y="1231200"/>
              <a:ext cx="559080" cy="559080"/>
            </a:xfrm>
            <a:custGeom>
              <a:avLst/>
              <a:gdLst>
                <a:gd name="textAreaLeft" fmla="*/ 0 w 559080"/>
                <a:gd name="textAreaRight" fmla="*/ 560520 w 559080"/>
                <a:gd name="textAreaTop" fmla="*/ 0 h 559080"/>
                <a:gd name="textAreaBottom" fmla="*/ 560520 h 559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8" name="Google Shape;267;p18"/>
            <p:cNvSpPr/>
            <p:nvPr/>
          </p:nvSpPr>
          <p:spPr>
            <a:xfrm>
              <a:off x="2476080" y="1198440"/>
              <a:ext cx="559080" cy="59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9" name="Google Shape;268;p18"/>
          <p:cNvSpPr/>
          <p:nvPr/>
        </p:nvSpPr>
        <p:spPr>
          <a:xfrm>
            <a:off x="2313000" y="5916240"/>
            <a:ext cx="4582800" cy="11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Оценка рифмы — вручную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Google Shape;269;p18"/>
          <p:cNvSpPr/>
          <p:nvPr/>
        </p:nvSpPr>
        <p:spPr>
          <a:xfrm>
            <a:off x="2313000" y="2057400"/>
            <a:ext cx="45828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ИИ хромает в стихах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Google Shape;270;p18"/>
          <p:cNvSpPr/>
          <p:nvPr/>
        </p:nvSpPr>
        <p:spPr>
          <a:xfrm>
            <a:off x="1828800" y="2743200"/>
            <a:ext cx="506700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Созвучие оценивают «на слух»; объективно и масштабно — трудно.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Google Shape;271;p18"/>
          <p:cNvSpPr/>
          <p:nvPr/>
        </p:nvSpPr>
        <p:spPr>
          <a:xfrm>
            <a:off x="1371600" y="7086600"/>
            <a:ext cx="552420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Модели сильны в прозе, но в русском стихе плывут размер и рифма.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588;p29"/>
          <p:cNvSpPr/>
          <p:nvPr/>
        </p:nvSpPr>
        <p:spPr>
          <a:xfrm>
            <a:off x="9144000" y="3427560"/>
            <a:ext cx="15691680" cy="11023200"/>
          </a:xfrm>
          <a:custGeom>
            <a:avLst/>
            <a:gdLst>
              <a:gd name="textAreaLeft" fmla="*/ 0 w 15691680"/>
              <a:gd name="textAreaRight" fmla="*/ 15693120 w 15691680"/>
              <a:gd name="textAreaTop" fmla="*/ 0 h 11023200"/>
              <a:gd name="textAreaBottom" fmla="*/ 11024640 h 11023200"/>
            </a:gdLst>
            <a:ahLst/>
            <a:rect l="textAreaLeft" t="textAreaTop" r="textAreaRight" b="textAreaBottom"/>
            <a:pathLst>
              <a:path w="15693206" h="11024477">
                <a:moveTo>
                  <a:pt x="0" y="0"/>
                </a:moveTo>
                <a:lnTo>
                  <a:pt x="15693206" y="0"/>
                </a:lnTo>
                <a:lnTo>
                  <a:pt x="15693206" y="11024477"/>
                </a:lnTo>
                <a:lnTo>
                  <a:pt x="0" y="1102447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Google Shape;589;p29"/>
          <p:cNvSpPr/>
          <p:nvPr/>
        </p:nvSpPr>
        <p:spPr>
          <a:xfrm>
            <a:off x="-1197720" y="-2233800"/>
            <a:ext cx="4093200" cy="8143920"/>
          </a:xfrm>
          <a:custGeom>
            <a:avLst/>
            <a:gdLst>
              <a:gd name="textAreaLeft" fmla="*/ 0 w 4093200"/>
              <a:gd name="textAreaRight" fmla="*/ 4094640 w 4093200"/>
              <a:gd name="textAreaTop" fmla="*/ 0 h 8143920"/>
              <a:gd name="textAreaBottom" fmla="*/ 8145360 h 8143920"/>
            </a:gdLst>
            <a:ahLst/>
            <a:rect l="textAreaLeft" t="textAreaTop" r="textAreaRight" b="textAreaBottom"/>
            <a:pathLst>
              <a:path w="4094599" h="8145347">
                <a:moveTo>
                  <a:pt x="0" y="0"/>
                </a:moveTo>
                <a:lnTo>
                  <a:pt x="4094599" y="0"/>
                </a:lnTo>
                <a:lnTo>
                  <a:pt x="4094599" y="8145347"/>
                </a:lnTo>
                <a:lnTo>
                  <a:pt x="0" y="814534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85" name="Google Shape;590;p29"/>
          <p:cNvGrpSpPr/>
          <p:nvPr/>
        </p:nvGrpSpPr>
        <p:grpSpPr>
          <a:xfrm>
            <a:off x="927000" y="2412720"/>
            <a:ext cx="7809840" cy="1303200"/>
            <a:chOff x="927000" y="2412720"/>
            <a:chExt cx="7809840" cy="1303200"/>
          </a:xfrm>
        </p:grpSpPr>
        <p:sp>
          <p:nvSpPr>
            <p:cNvPr id="186" name="Google Shape;591;p29"/>
            <p:cNvSpPr/>
            <p:nvPr/>
          </p:nvSpPr>
          <p:spPr>
            <a:xfrm>
              <a:off x="927000" y="2523960"/>
              <a:ext cx="7809840" cy="1191600"/>
            </a:xfrm>
            <a:custGeom>
              <a:avLst/>
              <a:gdLst>
                <a:gd name="textAreaLeft" fmla="*/ 0 w 7809840"/>
                <a:gd name="textAreaRight" fmla="*/ 7811280 w 7809840"/>
                <a:gd name="textAreaTop" fmla="*/ 0 h 1191600"/>
                <a:gd name="textAreaBottom" fmla="*/ 1193040 h 1191600"/>
              </a:gdLst>
              <a:ahLst/>
              <a:rect l="textAreaLeft" t="textAreaTop" r="textAreaRight" b="textAreaBottom"/>
              <a:pathLst>
                <a:path w="3340752" h="510278">
                  <a:moveTo>
                    <a:pt x="0" y="0"/>
                  </a:moveTo>
                  <a:lnTo>
                    <a:pt x="3340752" y="0"/>
                  </a:lnTo>
                  <a:lnTo>
                    <a:pt x="334075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7" name="Google Shape;592;p29"/>
            <p:cNvSpPr/>
            <p:nvPr/>
          </p:nvSpPr>
          <p:spPr>
            <a:xfrm>
              <a:off x="927000" y="2412720"/>
              <a:ext cx="7809840" cy="1303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8" name="Google Shape;593;p29"/>
          <p:cNvSpPr/>
          <p:nvPr/>
        </p:nvSpPr>
        <p:spPr>
          <a:xfrm>
            <a:off x="1028880" y="1679760"/>
            <a:ext cx="8114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Актуальность</a:t>
            </a:r>
            <a:endParaRPr b="0" lang="en-US" sz="9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Google Shape;594;p29"/>
          <p:cNvSpPr/>
          <p:nvPr/>
        </p:nvSpPr>
        <p:spPr>
          <a:xfrm>
            <a:off x="10553760" y="2932560"/>
            <a:ext cx="33634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Социальная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Google Shape;595;p29"/>
          <p:cNvSpPr/>
          <p:nvPr/>
        </p:nvSpPr>
        <p:spPr>
          <a:xfrm>
            <a:off x="10553760" y="3886200"/>
            <a:ext cx="336348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Сохранить любовь к стихам средствами современных технологий.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91" name="Google Shape;596;p29"/>
          <p:cNvCxnSpPr/>
          <p:nvPr/>
        </p:nvCxnSpPr>
        <p:spPr>
          <a:xfrm flipV="1">
            <a:off x="10907280" y="2205360"/>
            <a:ext cx="3937320" cy="1872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cxnSp>
        <p:nvCxnSpPr>
          <p:cNvPr id="192" name="Google Shape;597;p29"/>
          <p:cNvCxnSpPr/>
          <p:nvPr/>
        </p:nvCxnSpPr>
        <p:spPr>
          <a:xfrm>
            <a:off x="15197040" y="2204640"/>
            <a:ext cx="3935160" cy="756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cxnSp>
        <p:nvCxnSpPr>
          <p:cNvPr id="193" name="Google Shape;598;p29"/>
          <p:cNvCxnSpPr/>
          <p:nvPr/>
        </p:nvCxnSpPr>
        <p:spPr>
          <a:xfrm>
            <a:off x="7561800" y="7186680"/>
            <a:ext cx="6440040" cy="144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cxnSp>
        <p:nvCxnSpPr>
          <p:cNvPr id="194" name="Google Shape;599;p29"/>
          <p:cNvCxnSpPr/>
          <p:nvPr/>
        </p:nvCxnSpPr>
        <p:spPr>
          <a:xfrm>
            <a:off x="14353920" y="7187040"/>
            <a:ext cx="3935160" cy="720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sp>
        <p:nvSpPr>
          <p:cNvPr id="195" name="Google Shape;600;p29"/>
          <p:cNvSpPr/>
          <p:nvPr/>
        </p:nvSpPr>
        <p:spPr>
          <a:xfrm>
            <a:off x="14401800" y="2932560"/>
            <a:ext cx="3805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Государственная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Google Shape;601;p29"/>
          <p:cNvSpPr/>
          <p:nvPr/>
        </p:nvSpPr>
        <p:spPr>
          <a:xfrm>
            <a:off x="14466600" y="3886200"/>
            <a:ext cx="336348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Поддержка культуры и русского языка, культурный код.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Google Shape;602;p29"/>
          <p:cNvSpPr/>
          <p:nvPr/>
        </p:nvSpPr>
        <p:spPr>
          <a:xfrm>
            <a:off x="7086600" y="7772400"/>
            <a:ext cx="33634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Научная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Google Shape;603;p29"/>
          <p:cNvSpPr/>
          <p:nvPr/>
        </p:nvSpPr>
        <p:spPr>
          <a:xfrm>
            <a:off x="7086600" y="8422920"/>
            <a:ext cx="336348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ИИ, пишущих и оценивающих стихи на русском, почти нет.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Google Shape;604;p29"/>
          <p:cNvSpPr/>
          <p:nvPr/>
        </p:nvSpPr>
        <p:spPr>
          <a:xfrm>
            <a:off x="13918680" y="7772400"/>
            <a:ext cx="33634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Почему сейчас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Google Shape;605;p29"/>
          <p:cNvSpPr/>
          <p:nvPr/>
        </p:nvSpPr>
        <p:spPr>
          <a:xfrm>
            <a:off x="13918680" y="8422920"/>
            <a:ext cx="336348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Зрелые языковые модели и цифровое поколение.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01" name="Google Shape;606;p29"/>
          <p:cNvCxnSpPr/>
          <p:nvPr/>
        </p:nvCxnSpPr>
        <p:spPr>
          <a:xfrm>
            <a:off x="1123200" y="7162920"/>
            <a:ext cx="6086160" cy="2448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sp>
        <p:nvSpPr>
          <p:cNvPr id="202" name="Google Shape;607;p29"/>
          <p:cNvSpPr/>
          <p:nvPr/>
        </p:nvSpPr>
        <p:spPr>
          <a:xfrm>
            <a:off x="1015200" y="7772400"/>
            <a:ext cx="33634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Google Shape;608;p29"/>
          <p:cNvSpPr/>
          <p:nvPr/>
        </p:nvSpPr>
        <p:spPr>
          <a:xfrm>
            <a:off x="1028880" y="8458200"/>
            <a:ext cx="399960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Мост между классикой и новыми технологиями.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04" name="Google Shape;609;p29"/>
          <p:cNvGrpSpPr/>
          <p:nvPr/>
        </p:nvGrpSpPr>
        <p:grpSpPr>
          <a:xfrm>
            <a:off x="10541520" y="1796760"/>
            <a:ext cx="730080" cy="772920"/>
            <a:chOff x="10541520" y="1796760"/>
            <a:chExt cx="730080" cy="772920"/>
          </a:xfrm>
        </p:grpSpPr>
        <p:sp>
          <p:nvSpPr>
            <p:cNvPr id="205" name="Google Shape;610;p29"/>
            <p:cNvSpPr/>
            <p:nvPr/>
          </p:nvSpPr>
          <p:spPr>
            <a:xfrm>
              <a:off x="10541520" y="1839600"/>
              <a:ext cx="730080" cy="730080"/>
            </a:xfrm>
            <a:custGeom>
              <a:avLst/>
              <a:gdLst>
                <a:gd name="textAreaLeft" fmla="*/ 0 w 730080"/>
                <a:gd name="textAreaRight" fmla="*/ 731520 w 730080"/>
                <a:gd name="textAreaTop" fmla="*/ 0 h 730080"/>
                <a:gd name="textAreaBottom" fmla="*/ 731520 h 730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06" name="Google Shape;611;p29"/>
            <p:cNvSpPr/>
            <p:nvPr/>
          </p:nvSpPr>
          <p:spPr>
            <a:xfrm>
              <a:off x="10541520" y="1796760"/>
              <a:ext cx="730080" cy="7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7" name="Google Shape;612;p29"/>
          <p:cNvGrpSpPr/>
          <p:nvPr/>
        </p:nvGrpSpPr>
        <p:grpSpPr>
          <a:xfrm>
            <a:off x="14653800" y="1796040"/>
            <a:ext cx="730080" cy="772920"/>
            <a:chOff x="14653800" y="1796040"/>
            <a:chExt cx="730080" cy="772920"/>
          </a:xfrm>
        </p:grpSpPr>
        <p:sp>
          <p:nvSpPr>
            <p:cNvPr id="208" name="Google Shape;613;p29"/>
            <p:cNvSpPr/>
            <p:nvPr/>
          </p:nvSpPr>
          <p:spPr>
            <a:xfrm>
              <a:off x="14653800" y="1838880"/>
              <a:ext cx="730080" cy="730080"/>
            </a:xfrm>
            <a:custGeom>
              <a:avLst/>
              <a:gdLst>
                <a:gd name="textAreaLeft" fmla="*/ 0 w 730080"/>
                <a:gd name="textAreaRight" fmla="*/ 731520 w 730080"/>
                <a:gd name="textAreaTop" fmla="*/ 0 h 730080"/>
                <a:gd name="textAreaBottom" fmla="*/ 731520 h 730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09" name="Google Shape;614;p29"/>
            <p:cNvSpPr/>
            <p:nvPr/>
          </p:nvSpPr>
          <p:spPr>
            <a:xfrm>
              <a:off x="14653800" y="1796040"/>
              <a:ext cx="730080" cy="7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0" name="Google Shape;615;p29"/>
          <p:cNvGrpSpPr/>
          <p:nvPr/>
        </p:nvGrpSpPr>
        <p:grpSpPr>
          <a:xfrm>
            <a:off x="7038720" y="6754320"/>
            <a:ext cx="730080" cy="772920"/>
            <a:chOff x="7038720" y="6754320"/>
            <a:chExt cx="730080" cy="772920"/>
          </a:xfrm>
        </p:grpSpPr>
        <p:sp>
          <p:nvSpPr>
            <p:cNvPr id="211" name="Google Shape;616;p29"/>
            <p:cNvSpPr/>
            <p:nvPr/>
          </p:nvSpPr>
          <p:spPr>
            <a:xfrm>
              <a:off x="7038720" y="6797160"/>
              <a:ext cx="730080" cy="730080"/>
            </a:xfrm>
            <a:custGeom>
              <a:avLst/>
              <a:gdLst>
                <a:gd name="textAreaLeft" fmla="*/ 0 w 730080"/>
                <a:gd name="textAreaRight" fmla="*/ 731520 w 730080"/>
                <a:gd name="textAreaTop" fmla="*/ 0 h 730080"/>
                <a:gd name="textAreaBottom" fmla="*/ 731520 h 730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12" name="Google Shape;617;p29"/>
            <p:cNvSpPr/>
            <p:nvPr/>
          </p:nvSpPr>
          <p:spPr>
            <a:xfrm>
              <a:off x="7038720" y="6754320"/>
              <a:ext cx="730080" cy="7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3" name="Google Shape;618;p29"/>
          <p:cNvGrpSpPr/>
          <p:nvPr/>
        </p:nvGrpSpPr>
        <p:grpSpPr>
          <a:xfrm>
            <a:off x="13918680" y="6754320"/>
            <a:ext cx="730080" cy="772920"/>
            <a:chOff x="13918680" y="6754320"/>
            <a:chExt cx="730080" cy="772920"/>
          </a:xfrm>
        </p:grpSpPr>
        <p:sp>
          <p:nvSpPr>
            <p:cNvPr id="214" name="Google Shape;619;p29"/>
            <p:cNvSpPr/>
            <p:nvPr/>
          </p:nvSpPr>
          <p:spPr>
            <a:xfrm>
              <a:off x="13918680" y="6797160"/>
              <a:ext cx="730080" cy="730080"/>
            </a:xfrm>
            <a:custGeom>
              <a:avLst/>
              <a:gdLst>
                <a:gd name="textAreaLeft" fmla="*/ 0 w 730080"/>
                <a:gd name="textAreaRight" fmla="*/ 731520 w 730080"/>
                <a:gd name="textAreaTop" fmla="*/ 0 h 730080"/>
                <a:gd name="textAreaBottom" fmla="*/ 731520 h 730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5" name="Google Shape;620;p29"/>
            <p:cNvSpPr/>
            <p:nvPr/>
          </p:nvSpPr>
          <p:spPr>
            <a:xfrm>
              <a:off x="13918680" y="6754320"/>
              <a:ext cx="730080" cy="7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6" name="Google Shape;621;p29"/>
          <p:cNvGrpSpPr/>
          <p:nvPr/>
        </p:nvGrpSpPr>
        <p:grpSpPr>
          <a:xfrm>
            <a:off x="1028880" y="6754320"/>
            <a:ext cx="730080" cy="772920"/>
            <a:chOff x="1028880" y="6754320"/>
            <a:chExt cx="730080" cy="772920"/>
          </a:xfrm>
        </p:grpSpPr>
        <p:sp>
          <p:nvSpPr>
            <p:cNvPr id="217" name="Google Shape;622;p29"/>
            <p:cNvSpPr/>
            <p:nvPr/>
          </p:nvSpPr>
          <p:spPr>
            <a:xfrm>
              <a:off x="1028880" y="6797160"/>
              <a:ext cx="730080" cy="730080"/>
            </a:xfrm>
            <a:custGeom>
              <a:avLst/>
              <a:gdLst>
                <a:gd name="textAreaLeft" fmla="*/ 0 w 730080"/>
                <a:gd name="textAreaRight" fmla="*/ 731520 w 730080"/>
                <a:gd name="textAreaTop" fmla="*/ 0 h 730080"/>
                <a:gd name="textAreaBottom" fmla="*/ 731520 h 730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7536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18" name="Google Shape;623;p29"/>
            <p:cNvSpPr/>
            <p:nvPr/>
          </p:nvSpPr>
          <p:spPr>
            <a:xfrm>
              <a:off x="1028880" y="6754320"/>
              <a:ext cx="730080" cy="7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9" name="Google Shape;624;p29"/>
          <p:cNvGrpSpPr/>
          <p:nvPr/>
        </p:nvGrpSpPr>
        <p:grpSpPr>
          <a:xfrm>
            <a:off x="16040160" y="99720"/>
            <a:ext cx="3283920" cy="1375200"/>
            <a:chOff x="16040160" y="99720"/>
            <a:chExt cx="3283920" cy="1375200"/>
          </a:xfrm>
        </p:grpSpPr>
        <p:sp>
          <p:nvSpPr>
            <p:cNvPr id="220" name="Google Shape;625;p29"/>
            <p:cNvSpPr/>
            <p:nvPr/>
          </p:nvSpPr>
          <p:spPr>
            <a:xfrm>
              <a:off x="16040160" y="106164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1" name="Google Shape;626;p29"/>
            <p:cNvSpPr/>
            <p:nvPr/>
          </p:nvSpPr>
          <p:spPr>
            <a:xfrm>
              <a:off x="16040160" y="58068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2" name="Google Shape;627;p29"/>
            <p:cNvSpPr/>
            <p:nvPr/>
          </p:nvSpPr>
          <p:spPr>
            <a:xfrm>
              <a:off x="16040160" y="9972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8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358;p21"/>
          <p:cNvSpPr/>
          <p:nvPr/>
        </p:nvSpPr>
        <p:spPr>
          <a:xfrm rot="10800000">
            <a:off x="-5225400" y="4179600"/>
            <a:ext cx="10451880" cy="10451880"/>
          </a:xfrm>
          <a:custGeom>
            <a:avLst/>
            <a:gdLst>
              <a:gd name="textAreaLeft" fmla="*/ 0 w 10451880"/>
              <a:gd name="textAreaRight" fmla="*/ 10453320 w 10451880"/>
              <a:gd name="textAreaTop" fmla="*/ 0 h 10451880"/>
              <a:gd name="textAreaBottom" fmla="*/ 10453320 h 10451880"/>
            </a:gdLst>
            <a:ahLst/>
            <a:rect l="textAreaLeft" t="textAreaTop" r="textAreaRight" b="textAreaBottom"/>
            <a:pathLst>
              <a:path w="10453179" h="10453179">
                <a:moveTo>
                  <a:pt x="10453178" y="10453178"/>
                </a:moveTo>
                <a:lnTo>
                  <a:pt x="0" y="10453178"/>
                </a:lnTo>
                <a:lnTo>
                  <a:pt x="0" y="0"/>
                </a:lnTo>
                <a:lnTo>
                  <a:pt x="10453178" y="0"/>
                </a:lnTo>
                <a:lnTo>
                  <a:pt x="10453178" y="10453178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4" name="Google Shape;359;p21"/>
          <p:cNvGrpSpPr/>
          <p:nvPr/>
        </p:nvGrpSpPr>
        <p:grpSpPr>
          <a:xfrm>
            <a:off x="12938400" y="-1989000"/>
            <a:ext cx="7283520" cy="7283520"/>
            <a:chOff x="12938400" y="-1989000"/>
            <a:chExt cx="7283520" cy="7283520"/>
          </a:xfrm>
        </p:grpSpPr>
        <p:sp>
          <p:nvSpPr>
            <p:cNvPr id="225" name="Google Shape;360;p21"/>
            <p:cNvSpPr/>
            <p:nvPr/>
          </p:nvSpPr>
          <p:spPr>
            <a:xfrm>
              <a:off x="12938400" y="-1989000"/>
              <a:ext cx="7283520" cy="7283520"/>
            </a:xfrm>
            <a:custGeom>
              <a:avLst/>
              <a:gdLst>
                <a:gd name="textAreaLeft" fmla="*/ 0 w 7283520"/>
                <a:gd name="textAreaRight" fmla="*/ 7284960 w 7283520"/>
                <a:gd name="textAreaTop" fmla="*/ 0 h 7283520"/>
                <a:gd name="textAreaBottom" fmla="*/ 7284960 h 72835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6" name="Google Shape;361;p21"/>
            <p:cNvSpPr/>
            <p:nvPr/>
          </p:nvSpPr>
          <p:spPr>
            <a:xfrm>
              <a:off x="13621320" y="-1732680"/>
              <a:ext cx="5917680" cy="6344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27" name="Google Shape;362;p21"/>
          <p:cNvGrpSpPr/>
          <p:nvPr/>
        </p:nvGrpSpPr>
        <p:grpSpPr>
          <a:xfrm>
            <a:off x="15802920" y="3469320"/>
            <a:ext cx="2248560" cy="5367600"/>
            <a:chOff x="15802920" y="3469320"/>
            <a:chExt cx="2248560" cy="5367600"/>
          </a:xfrm>
        </p:grpSpPr>
        <p:sp>
          <p:nvSpPr>
            <p:cNvPr id="228" name="Google Shape;363;p21"/>
            <p:cNvSpPr/>
            <p:nvPr/>
          </p:nvSpPr>
          <p:spPr>
            <a:xfrm rot="16200000">
              <a:off x="15029280" y="5814720"/>
              <a:ext cx="5367600" cy="676440"/>
            </a:xfrm>
            <a:custGeom>
              <a:avLst/>
              <a:gdLst>
                <a:gd name="textAreaLeft" fmla="*/ 0 w 5367600"/>
                <a:gd name="textAreaRight" fmla="*/ 5369040 w 5367600"/>
                <a:gd name="textAreaTop" fmla="*/ 0 h 676440"/>
                <a:gd name="textAreaBottom" fmla="*/ 677880 h 676440"/>
              </a:gdLst>
              <a:ahLst/>
              <a:rect l="textAreaLeft" t="textAreaTop" r="textAreaRight" b="textAreaBottom"/>
              <a:pathLst>
                <a:path w="7158481" h="903758">
                  <a:moveTo>
                    <a:pt x="0" y="0"/>
                  </a:moveTo>
                  <a:lnTo>
                    <a:pt x="7158481" y="0"/>
                  </a:lnTo>
                  <a:lnTo>
                    <a:pt x="7158481" y="903759"/>
                  </a:lnTo>
                  <a:lnTo>
                    <a:pt x="0" y="90375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9" name="Google Shape;364;p21"/>
            <p:cNvSpPr/>
            <p:nvPr/>
          </p:nvSpPr>
          <p:spPr>
            <a:xfrm rot="16200000">
              <a:off x="14243040" y="5814720"/>
              <a:ext cx="5367600" cy="676440"/>
            </a:xfrm>
            <a:custGeom>
              <a:avLst/>
              <a:gdLst>
                <a:gd name="textAreaLeft" fmla="*/ 0 w 5367600"/>
                <a:gd name="textAreaRight" fmla="*/ 5369040 w 5367600"/>
                <a:gd name="textAreaTop" fmla="*/ 0 h 676440"/>
                <a:gd name="textAreaBottom" fmla="*/ 677880 h 676440"/>
              </a:gdLst>
              <a:ahLst/>
              <a:rect l="textAreaLeft" t="textAreaTop" r="textAreaRight" b="textAreaBottom"/>
              <a:pathLst>
                <a:path w="7158481" h="903758">
                  <a:moveTo>
                    <a:pt x="0" y="0"/>
                  </a:moveTo>
                  <a:lnTo>
                    <a:pt x="7158481" y="0"/>
                  </a:lnTo>
                  <a:lnTo>
                    <a:pt x="7158481" y="903758"/>
                  </a:lnTo>
                  <a:lnTo>
                    <a:pt x="0" y="90375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0" name="Google Shape;365;p21"/>
            <p:cNvSpPr/>
            <p:nvPr/>
          </p:nvSpPr>
          <p:spPr>
            <a:xfrm rot="16200000">
              <a:off x="13457160" y="5814720"/>
              <a:ext cx="5367600" cy="676440"/>
            </a:xfrm>
            <a:custGeom>
              <a:avLst/>
              <a:gdLst>
                <a:gd name="textAreaLeft" fmla="*/ 0 w 5367600"/>
                <a:gd name="textAreaRight" fmla="*/ 5369040 w 5367600"/>
                <a:gd name="textAreaTop" fmla="*/ 0 h 676440"/>
                <a:gd name="textAreaBottom" fmla="*/ 677880 h 676440"/>
              </a:gdLst>
              <a:ahLst/>
              <a:rect l="textAreaLeft" t="textAreaTop" r="textAreaRight" b="textAreaBottom"/>
              <a:pathLst>
                <a:path w="7158481" h="903758">
                  <a:moveTo>
                    <a:pt x="0" y="0"/>
                  </a:moveTo>
                  <a:lnTo>
                    <a:pt x="7158481" y="0"/>
                  </a:lnTo>
                  <a:lnTo>
                    <a:pt x="7158481" y="903758"/>
                  </a:lnTo>
                  <a:lnTo>
                    <a:pt x="0" y="90375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1" name="Google Shape;366;p21"/>
          <p:cNvGrpSpPr/>
          <p:nvPr/>
        </p:nvGrpSpPr>
        <p:grpSpPr>
          <a:xfrm>
            <a:off x="-822960" y="613440"/>
            <a:ext cx="3992760" cy="1672200"/>
            <a:chOff x="-822960" y="613440"/>
            <a:chExt cx="3992760" cy="1672200"/>
          </a:xfrm>
        </p:grpSpPr>
        <p:sp>
          <p:nvSpPr>
            <p:cNvPr id="232" name="Google Shape;367;p21"/>
            <p:cNvSpPr/>
            <p:nvPr/>
          </p:nvSpPr>
          <p:spPr>
            <a:xfrm>
              <a:off x="-822960" y="1782720"/>
              <a:ext cx="3992760" cy="502920"/>
            </a:xfrm>
            <a:custGeom>
              <a:avLst/>
              <a:gdLst>
                <a:gd name="textAreaLeft" fmla="*/ 0 w 3992760"/>
                <a:gd name="textAreaRight" fmla="*/ 3994200 w 3992760"/>
                <a:gd name="textAreaTop" fmla="*/ 0 h 502920"/>
                <a:gd name="textAreaBottom" fmla="*/ 504360 h 50292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3" name="Google Shape;368;p21"/>
            <p:cNvSpPr/>
            <p:nvPr/>
          </p:nvSpPr>
          <p:spPr>
            <a:xfrm>
              <a:off x="-822960" y="1198080"/>
              <a:ext cx="3992760" cy="502920"/>
            </a:xfrm>
            <a:custGeom>
              <a:avLst/>
              <a:gdLst>
                <a:gd name="textAreaLeft" fmla="*/ 0 w 3992760"/>
                <a:gd name="textAreaRight" fmla="*/ 3994200 w 3992760"/>
                <a:gd name="textAreaTop" fmla="*/ 0 h 502920"/>
                <a:gd name="textAreaBottom" fmla="*/ 504360 h 50292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8"/>
                  </a:lnTo>
                  <a:lnTo>
                    <a:pt x="0" y="67232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4" name="Google Shape;369;p21"/>
            <p:cNvSpPr/>
            <p:nvPr/>
          </p:nvSpPr>
          <p:spPr>
            <a:xfrm>
              <a:off x="-822960" y="613440"/>
              <a:ext cx="3992760" cy="502920"/>
            </a:xfrm>
            <a:custGeom>
              <a:avLst/>
              <a:gdLst>
                <a:gd name="textAreaLeft" fmla="*/ 0 w 3992760"/>
                <a:gd name="textAreaRight" fmla="*/ 3994200 w 3992760"/>
                <a:gd name="textAreaTop" fmla="*/ 0 h 502920"/>
                <a:gd name="textAreaBottom" fmla="*/ 504360 h 50292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aphicFrame>
        <p:nvGraphicFramePr>
          <p:cNvPr id="235" name="Google Shape;370;p21"/>
          <p:cNvGraphicFramePr/>
          <p:nvPr/>
        </p:nvGraphicFramePr>
        <p:xfrm>
          <a:off x="1360080" y="1450080"/>
          <a:ext cx="15566760" cy="7386480"/>
        </p:xfrm>
        <a:graphic>
          <a:graphicData uri="http://schemas.openxmlformats.org/drawingml/2006/table">
            <a:tbl>
              <a:tblPr/>
              <a:tblGrid>
                <a:gridCol w="7783560"/>
                <a:gridCol w="7783560"/>
              </a:tblGrid>
              <a:tr h="2165760">
                <a:tc gridSpan="2"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03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7536ff"/>
                    </a:solidFill>
                  </a:tcPr>
                </a:tc>
              </a:tr>
              <a:tr h="26103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e30350"/>
                    </a:solidFill>
                  </a:tcPr>
                </a:tc>
              </a:tr>
            </a:tbl>
          </a:graphicData>
        </a:graphic>
      </p:graphicFrame>
      <p:sp>
        <p:nvSpPr>
          <p:cNvPr id="236" name="Google Shape;371;p21"/>
          <p:cNvSpPr/>
          <p:nvPr/>
        </p:nvSpPr>
        <p:spPr>
          <a:xfrm>
            <a:off x="2338200" y="1450080"/>
            <a:ext cx="136098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Цель и задачи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Google Shape;372;p21"/>
          <p:cNvSpPr/>
          <p:nvPr/>
        </p:nvSpPr>
        <p:spPr>
          <a:xfrm>
            <a:off x="3216600" y="3758400"/>
            <a:ext cx="38692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Цель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Google Shape;373;p21"/>
          <p:cNvSpPr/>
          <p:nvPr/>
        </p:nvSpPr>
        <p:spPr>
          <a:xfrm>
            <a:off x="2942640" y="4343400"/>
            <a:ext cx="4829040" cy="152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Генерировать стих и численно оценивать рифму, выбирая лучший из N.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Google Shape;374;p21"/>
          <p:cNvSpPr/>
          <p:nvPr/>
        </p:nvSpPr>
        <p:spPr>
          <a:xfrm>
            <a:off x="10972800" y="3758400"/>
            <a:ext cx="40312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Генерация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Google Shape;375;p21"/>
          <p:cNvSpPr/>
          <p:nvPr/>
        </p:nvSpPr>
        <p:spPr>
          <a:xfrm>
            <a:off x="10774440" y="4419000"/>
            <a:ext cx="454104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LLM, best-of-N и проход самокоррекции по фидбэку.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Google Shape;376;p21"/>
          <p:cNvSpPr/>
          <p:nvPr/>
        </p:nvSpPr>
        <p:spPr>
          <a:xfrm>
            <a:off x="3171240" y="6501600"/>
            <a:ext cx="38692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Оценка рифмы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Google Shape;377;p21"/>
          <p:cNvSpPr/>
          <p:nvPr/>
        </p:nvSpPr>
        <p:spPr>
          <a:xfrm>
            <a:off x="11055600" y="6501600"/>
            <a:ext cx="40312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Интерфейс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Google Shape;378;p21"/>
          <p:cNvSpPr/>
          <p:nvPr/>
        </p:nvSpPr>
        <p:spPr>
          <a:xfrm>
            <a:off x="3171240" y="7086600"/>
            <a:ext cx="397872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Детектор рифмы и метрики качества.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Google Shape;379;p21"/>
          <p:cNvSpPr/>
          <p:nvPr/>
        </p:nvSpPr>
        <p:spPr>
          <a:xfrm>
            <a:off x="11003040" y="7062120"/>
            <a:ext cx="454104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Удобный UI с настройками и сохранением сессий.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transition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8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632;p30"/>
          <p:cNvSpPr/>
          <p:nvPr/>
        </p:nvSpPr>
        <p:spPr>
          <a:xfrm>
            <a:off x="7105680" y="173520"/>
            <a:ext cx="16407720" cy="12592440"/>
          </a:xfrm>
          <a:custGeom>
            <a:avLst/>
            <a:gdLst>
              <a:gd name="textAreaLeft" fmla="*/ 0 w 16407720"/>
              <a:gd name="textAreaRight" fmla="*/ 16409160 w 16407720"/>
              <a:gd name="textAreaTop" fmla="*/ 0 h 12592440"/>
              <a:gd name="textAreaBottom" fmla="*/ 12593880 h 12592440"/>
            </a:gdLst>
            <a:ahLst/>
            <a:rect l="textAreaLeft" t="textAreaTop" r="textAreaRight" b="textAreaBottom"/>
            <a:pathLst>
              <a:path w="16409040" h="12593938">
                <a:moveTo>
                  <a:pt x="0" y="0"/>
                </a:moveTo>
                <a:lnTo>
                  <a:pt x="16409039" y="0"/>
                </a:lnTo>
                <a:lnTo>
                  <a:pt x="16409039" y="12593938"/>
                </a:lnTo>
                <a:lnTo>
                  <a:pt x="0" y="125939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Google Shape;633;p30"/>
          <p:cNvSpPr/>
          <p:nvPr/>
        </p:nvSpPr>
        <p:spPr>
          <a:xfrm>
            <a:off x="-2954520" y="-2872800"/>
            <a:ext cx="10818720" cy="10850040"/>
          </a:xfrm>
          <a:custGeom>
            <a:avLst/>
            <a:gdLst>
              <a:gd name="textAreaLeft" fmla="*/ 0 w 10818720"/>
              <a:gd name="textAreaRight" fmla="*/ 10820160 w 10818720"/>
              <a:gd name="textAreaTop" fmla="*/ 0 h 10850040"/>
              <a:gd name="textAreaBottom" fmla="*/ 10851480 h 1085004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e303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Google Shape;634;p30"/>
          <p:cNvSpPr/>
          <p:nvPr/>
        </p:nvSpPr>
        <p:spPr>
          <a:xfrm flipH="1" rot="10800000">
            <a:off x="13061160" y="2291400"/>
            <a:ext cx="10451880" cy="10451880"/>
          </a:xfrm>
          <a:custGeom>
            <a:avLst/>
            <a:gdLst>
              <a:gd name="textAreaLeft" fmla="*/ 720 w 10451880"/>
              <a:gd name="textAreaRight" fmla="*/ 10454040 w 10451880"/>
              <a:gd name="textAreaTop" fmla="*/ 0 h 10451880"/>
              <a:gd name="textAreaBottom" fmla="*/ 10453320 h 10451880"/>
            </a:gdLst>
            <a:ahLst/>
            <a:rect l="textAreaLeft" t="textAreaTop" r="textAreaRight" b="textAreaBottom"/>
            <a:pathLst>
              <a:path w="10453179" h="10453179">
                <a:moveTo>
                  <a:pt x="0" y="10453179"/>
                </a:moveTo>
                <a:lnTo>
                  <a:pt x="10453178" y="10453179"/>
                </a:lnTo>
                <a:lnTo>
                  <a:pt x="10453178" y="0"/>
                </a:lnTo>
                <a:lnTo>
                  <a:pt x="0" y="0"/>
                </a:lnTo>
                <a:lnTo>
                  <a:pt x="0" y="10453179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48" name="Google Shape;635;p30"/>
          <p:cNvGrpSpPr/>
          <p:nvPr/>
        </p:nvGrpSpPr>
        <p:grpSpPr>
          <a:xfrm>
            <a:off x="1534320" y="2385360"/>
            <a:ext cx="15217920" cy="5515200"/>
            <a:chOff x="1534320" y="2385360"/>
            <a:chExt cx="15217920" cy="5515200"/>
          </a:xfrm>
        </p:grpSpPr>
        <p:sp>
          <p:nvSpPr>
            <p:cNvPr id="249" name="Google Shape;636;p30"/>
            <p:cNvSpPr/>
            <p:nvPr/>
          </p:nvSpPr>
          <p:spPr>
            <a:xfrm>
              <a:off x="1534320" y="2688120"/>
              <a:ext cx="15217920" cy="5212080"/>
            </a:xfrm>
            <a:custGeom>
              <a:avLst/>
              <a:gdLst>
                <a:gd name="textAreaLeft" fmla="*/ 0 w 15217920"/>
                <a:gd name="textAreaRight" fmla="*/ 15219360 w 15217920"/>
                <a:gd name="textAreaTop" fmla="*/ 0 h 5212080"/>
                <a:gd name="textAreaBottom" fmla="*/ 5213520 h 5212080"/>
              </a:gdLst>
              <a:ahLst/>
              <a:rect l="textAreaLeft" t="textAreaTop" r="textAreaRight" b="textAreaBottom"/>
              <a:pathLst>
                <a:path w="2392440" h="819571">
                  <a:moveTo>
                    <a:pt x="0" y="0"/>
                  </a:moveTo>
                  <a:lnTo>
                    <a:pt x="2392440" y="0"/>
                  </a:lnTo>
                  <a:lnTo>
                    <a:pt x="2392440" y="819571"/>
                  </a:lnTo>
                  <a:lnTo>
                    <a:pt x="0" y="819571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0" name="Google Shape;637;p30"/>
            <p:cNvSpPr/>
            <p:nvPr/>
          </p:nvSpPr>
          <p:spPr>
            <a:xfrm>
              <a:off x="1534320" y="2385360"/>
              <a:ext cx="15217920" cy="551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51" name="Google Shape;638;p30"/>
          <p:cNvSpPr/>
          <p:nvPr/>
        </p:nvSpPr>
        <p:spPr>
          <a:xfrm>
            <a:off x="-1058400" y="2697120"/>
            <a:ext cx="20347200" cy="160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8800" spc="-1" strike="noStrike">
                <a:solidFill>
                  <a:srgbClr val="000000"/>
                </a:solidFill>
                <a:latin typeface="Bungee"/>
                <a:ea typeface="Bungee"/>
              </a:rPr>
              <a:t>Ценность и применимость</a:t>
            </a:r>
            <a:endParaRPr b="0" lang="en-US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Google Shape;639;p30"/>
          <p:cNvSpPr/>
          <p:nvPr/>
        </p:nvSpPr>
        <p:spPr>
          <a:xfrm>
            <a:off x="2971800" y="4572000"/>
            <a:ext cx="15464160" cy="23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Помощник поэта и редактор стихов. Удобная подсветка рифм,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автоопределение размеров, сессии;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Образование: наглядная фонетика и стиховедение;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Платформа для объективной оценки генеративных моделей на поэзии.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Google Shape;640;p30"/>
          <p:cNvSpPr/>
          <p:nvPr/>
        </p:nvSpPr>
        <p:spPr>
          <a:xfrm>
            <a:off x="-274320" y="879840"/>
            <a:ext cx="3615840" cy="3615840"/>
          </a:xfrm>
          <a:custGeom>
            <a:avLst/>
            <a:gdLst>
              <a:gd name="textAreaLeft" fmla="*/ 0 w 3615840"/>
              <a:gd name="textAreaRight" fmla="*/ 3617280 w 3615840"/>
              <a:gd name="textAreaTop" fmla="*/ 0 h 3615840"/>
              <a:gd name="textAreaBottom" fmla="*/ 3617280 h 3615840"/>
            </a:gdLst>
            <a:ahLst/>
            <a:rect l="textAreaLeft" t="textAreaTop" r="textAreaRight" b="textAreaBottom"/>
            <a:pathLst>
              <a:path w="3617120" h="3617120">
                <a:moveTo>
                  <a:pt x="0" y="0"/>
                </a:moveTo>
                <a:lnTo>
                  <a:pt x="3617121" y="0"/>
                </a:lnTo>
                <a:lnTo>
                  <a:pt x="3617121" y="3617120"/>
                </a:lnTo>
                <a:lnTo>
                  <a:pt x="0" y="36171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54" name="Google Shape;641;p30"/>
          <p:cNvGrpSpPr/>
          <p:nvPr/>
        </p:nvGrpSpPr>
        <p:grpSpPr>
          <a:xfrm>
            <a:off x="7542000" y="7402320"/>
            <a:ext cx="893160" cy="945360"/>
            <a:chOff x="7542000" y="7402320"/>
            <a:chExt cx="893160" cy="945360"/>
          </a:xfrm>
        </p:grpSpPr>
        <p:sp>
          <p:nvSpPr>
            <p:cNvPr id="255" name="Google Shape;642;p30"/>
            <p:cNvSpPr/>
            <p:nvPr/>
          </p:nvSpPr>
          <p:spPr>
            <a:xfrm>
              <a:off x="7542000" y="7454520"/>
              <a:ext cx="893160" cy="893160"/>
            </a:xfrm>
            <a:custGeom>
              <a:avLst/>
              <a:gdLst>
                <a:gd name="textAreaLeft" fmla="*/ 0 w 893160"/>
                <a:gd name="textAreaRight" fmla="*/ 894600 w 893160"/>
                <a:gd name="textAreaTop" fmla="*/ 0 h 893160"/>
                <a:gd name="textAreaBottom" fmla="*/ 894600 h 8931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6" name="Google Shape;643;p30"/>
            <p:cNvSpPr/>
            <p:nvPr/>
          </p:nvSpPr>
          <p:spPr>
            <a:xfrm>
              <a:off x="7542000" y="7402320"/>
              <a:ext cx="893160" cy="945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57" name="Google Shape;644;p30"/>
          <p:cNvGrpSpPr/>
          <p:nvPr/>
        </p:nvGrpSpPr>
        <p:grpSpPr>
          <a:xfrm>
            <a:off x="8696880" y="7402320"/>
            <a:ext cx="893160" cy="945360"/>
            <a:chOff x="8696880" y="7402320"/>
            <a:chExt cx="893160" cy="945360"/>
          </a:xfrm>
        </p:grpSpPr>
        <p:sp>
          <p:nvSpPr>
            <p:cNvPr id="258" name="Google Shape;645;p30"/>
            <p:cNvSpPr/>
            <p:nvPr/>
          </p:nvSpPr>
          <p:spPr>
            <a:xfrm>
              <a:off x="8696880" y="7454520"/>
              <a:ext cx="893160" cy="893160"/>
            </a:xfrm>
            <a:custGeom>
              <a:avLst/>
              <a:gdLst>
                <a:gd name="textAreaLeft" fmla="*/ 0 w 893160"/>
                <a:gd name="textAreaRight" fmla="*/ 894600 w 893160"/>
                <a:gd name="textAreaTop" fmla="*/ 0 h 893160"/>
                <a:gd name="textAreaBottom" fmla="*/ 894600 h 8931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9" name="Google Shape;646;p30"/>
            <p:cNvSpPr/>
            <p:nvPr/>
          </p:nvSpPr>
          <p:spPr>
            <a:xfrm>
              <a:off x="8696880" y="7402320"/>
              <a:ext cx="893160" cy="945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60" name="Google Shape;647;p30"/>
          <p:cNvGrpSpPr/>
          <p:nvPr/>
        </p:nvGrpSpPr>
        <p:grpSpPr>
          <a:xfrm>
            <a:off x="9851400" y="7402320"/>
            <a:ext cx="893160" cy="945360"/>
            <a:chOff x="9851400" y="7402320"/>
            <a:chExt cx="893160" cy="945360"/>
          </a:xfrm>
        </p:grpSpPr>
        <p:sp>
          <p:nvSpPr>
            <p:cNvPr id="261" name="Google Shape;648;p30"/>
            <p:cNvSpPr/>
            <p:nvPr/>
          </p:nvSpPr>
          <p:spPr>
            <a:xfrm>
              <a:off x="9851400" y="7454520"/>
              <a:ext cx="893160" cy="893160"/>
            </a:xfrm>
            <a:custGeom>
              <a:avLst/>
              <a:gdLst>
                <a:gd name="textAreaLeft" fmla="*/ 0 w 893160"/>
                <a:gd name="textAreaRight" fmla="*/ 894600 w 893160"/>
                <a:gd name="textAreaTop" fmla="*/ 0 h 893160"/>
                <a:gd name="textAreaBottom" fmla="*/ 894600 h 8931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2" name="Google Shape;649;p30"/>
            <p:cNvSpPr/>
            <p:nvPr/>
          </p:nvSpPr>
          <p:spPr>
            <a:xfrm>
              <a:off x="9851400" y="7402320"/>
              <a:ext cx="893160" cy="945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63" name="Google Shape;650;p30"/>
          <p:cNvSpPr/>
          <p:nvPr/>
        </p:nvSpPr>
        <p:spPr>
          <a:xfrm>
            <a:off x="5856840" y="9300600"/>
            <a:ext cx="2838240" cy="540720"/>
          </a:xfrm>
          <a:custGeom>
            <a:avLst/>
            <a:gdLst>
              <a:gd name="textAreaLeft" fmla="*/ 0 w 2838240"/>
              <a:gd name="textAreaRight" fmla="*/ 2839680 w 2838240"/>
              <a:gd name="textAreaTop" fmla="*/ 0 h 540720"/>
              <a:gd name="textAreaBottom" fmla="*/ 542160 h 540720"/>
            </a:gdLst>
            <a:ahLst/>
            <a:rect l="textAreaLeft" t="textAreaTop" r="textAreaRight" b="textAreaBottom"/>
            <a:pathLst>
              <a:path w="2839717" h="542128">
                <a:moveTo>
                  <a:pt x="0" y="0"/>
                </a:moveTo>
                <a:lnTo>
                  <a:pt x="2839717" y="0"/>
                </a:lnTo>
                <a:lnTo>
                  <a:pt x="2839717" y="542128"/>
                </a:lnTo>
                <a:lnTo>
                  <a:pt x="0" y="54212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Google Shape;651;p30"/>
          <p:cNvSpPr/>
          <p:nvPr/>
        </p:nvSpPr>
        <p:spPr>
          <a:xfrm>
            <a:off x="5856840" y="8673840"/>
            <a:ext cx="2838240" cy="540720"/>
          </a:xfrm>
          <a:custGeom>
            <a:avLst/>
            <a:gdLst>
              <a:gd name="textAreaLeft" fmla="*/ 0 w 2838240"/>
              <a:gd name="textAreaRight" fmla="*/ 2839680 w 2838240"/>
              <a:gd name="textAreaTop" fmla="*/ 0 h 540720"/>
              <a:gd name="textAreaBottom" fmla="*/ 542160 h 540720"/>
            </a:gdLst>
            <a:ahLst/>
            <a:rect l="textAreaLeft" t="textAreaTop" r="textAreaRight" b="textAreaBottom"/>
            <a:pathLst>
              <a:path w="2839717" h="542128">
                <a:moveTo>
                  <a:pt x="0" y="0"/>
                </a:moveTo>
                <a:lnTo>
                  <a:pt x="2839717" y="0"/>
                </a:lnTo>
                <a:lnTo>
                  <a:pt x="2839717" y="542128"/>
                </a:lnTo>
                <a:lnTo>
                  <a:pt x="0" y="54212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65" name="Google Shape;652;p30"/>
          <p:cNvGrpSpPr/>
          <p:nvPr/>
        </p:nvGrpSpPr>
        <p:grpSpPr>
          <a:xfrm>
            <a:off x="12510360" y="615600"/>
            <a:ext cx="3283920" cy="1375200"/>
            <a:chOff x="12510360" y="615600"/>
            <a:chExt cx="3283920" cy="1375200"/>
          </a:xfrm>
        </p:grpSpPr>
        <p:sp>
          <p:nvSpPr>
            <p:cNvPr id="266" name="Google Shape;653;p30"/>
            <p:cNvSpPr/>
            <p:nvPr/>
          </p:nvSpPr>
          <p:spPr>
            <a:xfrm>
              <a:off x="12510360" y="157752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7" name="Google Shape;654;p30"/>
            <p:cNvSpPr/>
            <p:nvPr/>
          </p:nvSpPr>
          <p:spPr>
            <a:xfrm>
              <a:off x="12510360" y="109656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8" name="Google Shape;655;p30"/>
            <p:cNvSpPr/>
            <p:nvPr/>
          </p:nvSpPr>
          <p:spPr>
            <a:xfrm>
              <a:off x="12510360" y="61560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8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536;p27"/>
          <p:cNvSpPr/>
          <p:nvPr/>
        </p:nvSpPr>
        <p:spPr>
          <a:xfrm rot="10800000">
            <a:off x="-4592520" y="-1719000"/>
            <a:ext cx="9186120" cy="9186120"/>
          </a:xfrm>
          <a:custGeom>
            <a:avLst/>
            <a:gdLst>
              <a:gd name="textAreaLeft" fmla="*/ 0 w 9186120"/>
              <a:gd name="textAreaRight" fmla="*/ 9187560 w 9186120"/>
              <a:gd name="textAreaTop" fmla="*/ 0 h 9186120"/>
              <a:gd name="textAreaBottom" fmla="*/ 9187560 h 9186120"/>
            </a:gdLst>
            <a:ahLst/>
            <a:rect l="textAreaLeft" t="textAreaTop" r="textAreaRight" b="textAreaBottom"/>
            <a:pathLst>
              <a:path w="9187489" h="9187489">
                <a:moveTo>
                  <a:pt x="9187488" y="9187489"/>
                </a:moveTo>
                <a:lnTo>
                  <a:pt x="0" y="9187489"/>
                </a:lnTo>
                <a:lnTo>
                  <a:pt x="0" y="0"/>
                </a:lnTo>
                <a:lnTo>
                  <a:pt x="9187488" y="0"/>
                </a:lnTo>
                <a:lnTo>
                  <a:pt x="9187488" y="9187489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Google Shape;537;p27"/>
          <p:cNvSpPr/>
          <p:nvPr/>
        </p:nvSpPr>
        <p:spPr>
          <a:xfrm>
            <a:off x="16702200" y="5987880"/>
            <a:ext cx="3169800" cy="6307200"/>
          </a:xfrm>
          <a:custGeom>
            <a:avLst/>
            <a:gdLst>
              <a:gd name="textAreaLeft" fmla="*/ 0 w 3169800"/>
              <a:gd name="textAreaRight" fmla="*/ 3171240 w 3169800"/>
              <a:gd name="textAreaTop" fmla="*/ 0 h 6307200"/>
              <a:gd name="textAreaBottom" fmla="*/ 6308640 h 6307200"/>
            </a:gdLst>
            <a:ahLst/>
            <a:rect l="textAreaLeft" t="textAreaTop" r="textAreaRight" b="textAreaBottom"/>
            <a:pathLst>
              <a:path w="3171388" h="6308811">
                <a:moveTo>
                  <a:pt x="0" y="0"/>
                </a:moveTo>
                <a:lnTo>
                  <a:pt x="3171388" y="0"/>
                </a:lnTo>
                <a:lnTo>
                  <a:pt x="3171388" y="6308812"/>
                </a:lnTo>
                <a:lnTo>
                  <a:pt x="0" y="630881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71" name="Google Shape;538;p27"/>
          <p:cNvGrpSpPr/>
          <p:nvPr/>
        </p:nvGrpSpPr>
        <p:grpSpPr>
          <a:xfrm>
            <a:off x="757800" y="441360"/>
            <a:ext cx="8384760" cy="4214880"/>
            <a:chOff x="757800" y="441360"/>
            <a:chExt cx="8384760" cy="4214880"/>
          </a:xfrm>
        </p:grpSpPr>
        <p:sp>
          <p:nvSpPr>
            <p:cNvPr id="272" name="Google Shape;539;p27"/>
            <p:cNvSpPr/>
            <p:nvPr/>
          </p:nvSpPr>
          <p:spPr>
            <a:xfrm>
              <a:off x="757800" y="637560"/>
              <a:ext cx="8384760" cy="4018680"/>
            </a:xfrm>
            <a:custGeom>
              <a:avLst/>
              <a:gdLst>
                <a:gd name="textAreaLeft" fmla="*/ 0 w 8384760"/>
                <a:gd name="textAreaRight" fmla="*/ 8386200 w 8384760"/>
                <a:gd name="textAreaTop" fmla="*/ 0 h 4018680"/>
                <a:gd name="textAreaBottom" fmla="*/ 4020120 h 4018680"/>
              </a:gdLst>
              <a:ahLst/>
              <a:rect l="textAreaLeft" t="textAreaTop" r="textAreaRight" b="textAreaBottom"/>
              <a:pathLst>
                <a:path w="2033314" h="974701">
                  <a:moveTo>
                    <a:pt x="0" y="0"/>
                  </a:moveTo>
                  <a:lnTo>
                    <a:pt x="2033314" y="0"/>
                  </a:lnTo>
                  <a:lnTo>
                    <a:pt x="2033314" y="974701"/>
                  </a:lnTo>
                  <a:lnTo>
                    <a:pt x="0" y="974701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3" name="Google Shape;540;p27"/>
            <p:cNvSpPr/>
            <p:nvPr/>
          </p:nvSpPr>
          <p:spPr>
            <a:xfrm>
              <a:off x="757800" y="441360"/>
              <a:ext cx="8384760" cy="421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274" name="Google Shape;541;p27" descr=""/>
          <p:cNvPicPr/>
          <p:nvPr/>
        </p:nvPicPr>
        <p:blipFill>
          <a:blip r:embed="rId3"/>
          <a:srcRect l="0" t="16796" r="0" b="16796"/>
          <a:stretch/>
        </p:blipFill>
        <p:spPr>
          <a:xfrm>
            <a:off x="1034280" y="915120"/>
            <a:ext cx="7831440" cy="3463920"/>
          </a:xfrm>
          <a:prstGeom prst="rect">
            <a:avLst/>
          </a:prstGeom>
          <a:ln w="0">
            <a:noFill/>
          </a:ln>
        </p:spPr>
      </p:pic>
      <p:grpSp>
        <p:nvGrpSpPr>
          <p:cNvPr id="275" name="Google Shape;542;p27"/>
          <p:cNvGrpSpPr/>
          <p:nvPr/>
        </p:nvGrpSpPr>
        <p:grpSpPr>
          <a:xfrm>
            <a:off x="9372600" y="1692360"/>
            <a:ext cx="8312040" cy="1303200"/>
            <a:chOff x="9372600" y="1692360"/>
            <a:chExt cx="8312040" cy="1303200"/>
          </a:xfrm>
        </p:grpSpPr>
        <p:sp>
          <p:nvSpPr>
            <p:cNvPr id="276" name="Google Shape;543;p27"/>
            <p:cNvSpPr/>
            <p:nvPr/>
          </p:nvSpPr>
          <p:spPr>
            <a:xfrm>
              <a:off x="9372600" y="1803600"/>
              <a:ext cx="8312040" cy="1191600"/>
            </a:xfrm>
            <a:custGeom>
              <a:avLst/>
              <a:gdLst>
                <a:gd name="textAreaLeft" fmla="*/ 0 w 8312040"/>
                <a:gd name="textAreaRight" fmla="*/ 8313480 w 8312040"/>
                <a:gd name="textAreaTop" fmla="*/ 0 h 1191600"/>
                <a:gd name="textAreaBottom" fmla="*/ 1193040 h 1191600"/>
              </a:gdLst>
              <a:ahLst/>
              <a:rect l="textAreaLeft" t="textAreaTop" r="textAreaRight" b="textAreaBottom"/>
              <a:pathLst>
                <a:path w="3340752" h="510278">
                  <a:moveTo>
                    <a:pt x="0" y="0"/>
                  </a:moveTo>
                  <a:lnTo>
                    <a:pt x="3340752" y="0"/>
                  </a:lnTo>
                  <a:lnTo>
                    <a:pt x="334075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7" name="Google Shape;544;p27"/>
            <p:cNvSpPr/>
            <p:nvPr/>
          </p:nvSpPr>
          <p:spPr>
            <a:xfrm>
              <a:off x="9372600" y="1692360"/>
              <a:ext cx="8312040" cy="1303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78" name="Google Shape;545;p27"/>
          <p:cNvSpPr/>
          <p:nvPr/>
        </p:nvSpPr>
        <p:spPr>
          <a:xfrm>
            <a:off x="9372600" y="1142640"/>
            <a:ext cx="8870040" cy="13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RPST алгоритм</a:t>
            </a:r>
            <a:endParaRPr b="0" lang="en-US" sz="9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79" name="Google Shape;546;p27"/>
          <p:cNvGrpSpPr/>
          <p:nvPr/>
        </p:nvGrpSpPr>
        <p:grpSpPr>
          <a:xfrm>
            <a:off x="757800" y="5260680"/>
            <a:ext cx="8384760" cy="4214880"/>
            <a:chOff x="757800" y="5260680"/>
            <a:chExt cx="8384760" cy="4214880"/>
          </a:xfrm>
        </p:grpSpPr>
        <p:sp>
          <p:nvSpPr>
            <p:cNvPr id="280" name="Google Shape;547;p27"/>
            <p:cNvSpPr/>
            <p:nvPr/>
          </p:nvSpPr>
          <p:spPr>
            <a:xfrm>
              <a:off x="757800" y="5456880"/>
              <a:ext cx="8384760" cy="4018680"/>
            </a:xfrm>
            <a:custGeom>
              <a:avLst/>
              <a:gdLst>
                <a:gd name="textAreaLeft" fmla="*/ 0 w 8384760"/>
                <a:gd name="textAreaRight" fmla="*/ 8386200 w 8384760"/>
                <a:gd name="textAreaTop" fmla="*/ 0 h 4018680"/>
                <a:gd name="textAreaBottom" fmla="*/ 4020120 h 4018680"/>
              </a:gdLst>
              <a:ahLst/>
              <a:rect l="textAreaLeft" t="textAreaTop" r="textAreaRight" b="textAreaBottom"/>
              <a:pathLst>
                <a:path w="2033314" h="974701">
                  <a:moveTo>
                    <a:pt x="0" y="0"/>
                  </a:moveTo>
                  <a:lnTo>
                    <a:pt x="2033314" y="0"/>
                  </a:lnTo>
                  <a:lnTo>
                    <a:pt x="2033314" y="974701"/>
                  </a:lnTo>
                  <a:lnTo>
                    <a:pt x="0" y="974701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1" name="Google Shape;548;p27"/>
            <p:cNvSpPr/>
            <p:nvPr/>
          </p:nvSpPr>
          <p:spPr>
            <a:xfrm>
              <a:off x="757800" y="5260680"/>
              <a:ext cx="8384760" cy="421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282" name="Google Shape;549;p27" descr=""/>
          <p:cNvPicPr/>
          <p:nvPr/>
        </p:nvPicPr>
        <p:blipFill>
          <a:blip r:embed="rId4"/>
          <a:srcRect l="0" t="16847" r="0" b="16847"/>
          <a:stretch/>
        </p:blipFill>
        <p:spPr>
          <a:xfrm>
            <a:off x="1034280" y="5734440"/>
            <a:ext cx="7831440" cy="3463920"/>
          </a:xfrm>
          <a:prstGeom prst="rect">
            <a:avLst/>
          </a:prstGeom>
          <a:ln w="0">
            <a:noFill/>
          </a:ln>
        </p:spPr>
      </p:pic>
      <p:sp>
        <p:nvSpPr>
          <p:cNvPr id="283" name="Google Shape;550;p27"/>
          <p:cNvSpPr/>
          <p:nvPr/>
        </p:nvSpPr>
        <p:spPr>
          <a:xfrm>
            <a:off x="9829800" y="3429000"/>
            <a:ext cx="44337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Разметка ударений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Google Shape;551;p27"/>
          <p:cNvSpPr/>
          <p:nvPr/>
        </p:nvSpPr>
        <p:spPr>
          <a:xfrm>
            <a:off x="9829800" y="5257800"/>
            <a:ext cx="44337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Размер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Google Shape;552;p27"/>
          <p:cNvSpPr/>
          <p:nvPr/>
        </p:nvSpPr>
        <p:spPr>
          <a:xfrm>
            <a:off x="9874800" y="7086600"/>
            <a:ext cx="44337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Схема и score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Google Shape;553;p27"/>
          <p:cNvSpPr/>
          <p:nvPr/>
        </p:nvSpPr>
        <p:spPr>
          <a:xfrm>
            <a:off x="9874800" y="8454960"/>
            <a:ext cx="44337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Точность по схеме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Google Shape;554;p27"/>
          <p:cNvSpPr/>
          <p:nvPr/>
        </p:nvSpPr>
        <p:spPr>
          <a:xfrm>
            <a:off x="9829800" y="4114800"/>
            <a:ext cx="780984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Готовая модель скансии размечает ударения по словам (align).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Google Shape;555;p27"/>
          <p:cNvSpPr/>
          <p:nvPr/>
        </p:nvSpPr>
        <p:spPr>
          <a:xfrm>
            <a:off x="9829800" y="5987880"/>
            <a:ext cx="780984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Определяет стихотворный размер: ямб, хорей, дактиль…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Google Shape;556;p27"/>
          <p:cNvSpPr/>
          <p:nvPr/>
        </p:nvSpPr>
        <p:spPr>
          <a:xfrm>
            <a:off x="9874800" y="7889760"/>
            <a:ext cx="780984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Схема рифмовки и оценка поэтичности (score).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Google Shape;557;p27"/>
          <p:cNvSpPr/>
          <p:nvPr/>
        </p:nvSpPr>
        <p:spPr>
          <a:xfrm>
            <a:off x="9874800" y="9094680"/>
            <a:ext cx="780984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Хвост строки → сравнение клаузул → точность по схеме.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Google Shape;558;p27"/>
          <p:cNvSpPr/>
          <p:nvPr/>
        </p:nvSpPr>
        <p:spPr>
          <a:xfrm flipH="1" rot="19204800">
            <a:off x="16935480" y="4433400"/>
            <a:ext cx="2680920" cy="2680560"/>
          </a:xfrm>
          <a:custGeom>
            <a:avLst/>
            <a:gdLst>
              <a:gd name="textAreaLeft" fmla="*/ 720 w 2680920"/>
              <a:gd name="textAreaRight" fmla="*/ 2683080 w 2680920"/>
              <a:gd name="textAreaTop" fmla="*/ 0 h 2680560"/>
              <a:gd name="textAreaBottom" fmla="*/ 2681640 h 2680560"/>
            </a:gdLst>
            <a:ahLst/>
            <a:rect l="textAreaLeft" t="textAreaTop" r="textAreaRight" b="textAreaBottom"/>
            <a:pathLst>
              <a:path w="2682202" h="2682202">
                <a:moveTo>
                  <a:pt x="0" y="2682202"/>
                </a:moveTo>
                <a:lnTo>
                  <a:pt x="2682202" y="2682202"/>
                </a:lnTo>
                <a:lnTo>
                  <a:pt x="2682202" y="0"/>
                </a:lnTo>
                <a:lnTo>
                  <a:pt x="0" y="0"/>
                </a:lnTo>
                <a:lnTo>
                  <a:pt x="0" y="2682202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92" name="Google Shape;559;p27"/>
          <p:cNvGrpSpPr/>
          <p:nvPr/>
        </p:nvGrpSpPr>
        <p:grpSpPr>
          <a:xfrm>
            <a:off x="8168760" y="8586720"/>
            <a:ext cx="1368720" cy="1368720"/>
            <a:chOff x="8168760" y="8586720"/>
            <a:chExt cx="1368720" cy="1368720"/>
          </a:xfrm>
        </p:grpSpPr>
        <p:sp>
          <p:nvSpPr>
            <p:cNvPr id="293" name="Google Shape;560;p27"/>
            <p:cNvSpPr/>
            <p:nvPr/>
          </p:nvSpPr>
          <p:spPr>
            <a:xfrm>
              <a:off x="8168760" y="8586720"/>
              <a:ext cx="1368720" cy="1368720"/>
            </a:xfrm>
            <a:custGeom>
              <a:avLst/>
              <a:gdLst>
                <a:gd name="textAreaLeft" fmla="*/ 0 w 1368720"/>
                <a:gd name="textAreaRight" fmla="*/ 1370160 w 1368720"/>
                <a:gd name="textAreaTop" fmla="*/ 0 h 1368720"/>
                <a:gd name="textAreaBottom" fmla="*/ 1370160 h 13687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4" name="Google Shape;561;p27"/>
            <p:cNvSpPr/>
            <p:nvPr/>
          </p:nvSpPr>
          <p:spPr>
            <a:xfrm>
              <a:off x="8297280" y="8634600"/>
              <a:ext cx="1112040" cy="1192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5" name="Google Shape;562;p27"/>
          <p:cNvGrpSpPr/>
          <p:nvPr/>
        </p:nvGrpSpPr>
        <p:grpSpPr>
          <a:xfrm>
            <a:off x="16736400" y="-182160"/>
            <a:ext cx="820080" cy="818640"/>
            <a:chOff x="16736400" y="-182160"/>
            <a:chExt cx="820080" cy="818640"/>
          </a:xfrm>
        </p:grpSpPr>
        <p:sp>
          <p:nvSpPr>
            <p:cNvPr id="296" name="Google Shape;563;p27"/>
            <p:cNvSpPr/>
            <p:nvPr/>
          </p:nvSpPr>
          <p:spPr>
            <a:xfrm>
              <a:off x="16736400" y="-164880"/>
              <a:ext cx="820080" cy="801360"/>
            </a:xfrm>
            <a:custGeom>
              <a:avLst/>
              <a:gdLst>
                <a:gd name="textAreaLeft" fmla="*/ 0 w 820080"/>
                <a:gd name="textAreaRight" fmla="*/ 821520 w 820080"/>
                <a:gd name="textAreaTop" fmla="*/ 0 h 801360"/>
                <a:gd name="textAreaBottom" fmla="*/ 802800 h 801360"/>
              </a:gdLst>
              <a:ahLst/>
              <a:rect l="textAreaLeft" t="textAreaTop" r="textAreaRight" b="textAreaBottom"/>
              <a:pathLst>
                <a:path w="2252854" h="2201436">
                  <a:moveTo>
                    <a:pt x="0" y="0"/>
                  </a:moveTo>
                  <a:lnTo>
                    <a:pt x="2252854" y="0"/>
                  </a:lnTo>
                  <a:lnTo>
                    <a:pt x="2252854" y="2201436"/>
                  </a:lnTo>
                  <a:lnTo>
                    <a:pt x="0" y="2201436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7" name="Google Shape;564;p27"/>
            <p:cNvSpPr/>
            <p:nvPr/>
          </p:nvSpPr>
          <p:spPr>
            <a:xfrm>
              <a:off x="16736400" y="-182160"/>
              <a:ext cx="820080" cy="818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8" name="Google Shape;565;p27"/>
          <p:cNvGrpSpPr/>
          <p:nvPr/>
        </p:nvGrpSpPr>
        <p:grpSpPr>
          <a:xfrm>
            <a:off x="17769960" y="-182160"/>
            <a:ext cx="820080" cy="818640"/>
            <a:chOff x="17769960" y="-182160"/>
            <a:chExt cx="820080" cy="818640"/>
          </a:xfrm>
        </p:grpSpPr>
        <p:sp>
          <p:nvSpPr>
            <p:cNvPr id="299" name="Google Shape;566;p27"/>
            <p:cNvSpPr/>
            <p:nvPr/>
          </p:nvSpPr>
          <p:spPr>
            <a:xfrm>
              <a:off x="17769960" y="-164880"/>
              <a:ext cx="820080" cy="801360"/>
            </a:xfrm>
            <a:custGeom>
              <a:avLst/>
              <a:gdLst>
                <a:gd name="textAreaLeft" fmla="*/ 0 w 820080"/>
                <a:gd name="textAreaRight" fmla="*/ 821520 w 820080"/>
                <a:gd name="textAreaTop" fmla="*/ 0 h 801360"/>
                <a:gd name="textAreaBottom" fmla="*/ 802800 h 801360"/>
              </a:gdLst>
              <a:ahLst/>
              <a:rect l="textAreaLeft" t="textAreaTop" r="textAreaRight" b="textAreaBottom"/>
              <a:pathLst>
                <a:path w="2252854" h="2201436">
                  <a:moveTo>
                    <a:pt x="0" y="0"/>
                  </a:moveTo>
                  <a:lnTo>
                    <a:pt x="2252854" y="0"/>
                  </a:lnTo>
                  <a:lnTo>
                    <a:pt x="2252854" y="2201436"/>
                  </a:lnTo>
                  <a:lnTo>
                    <a:pt x="0" y="2201436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00" name="Google Shape;567;p27"/>
            <p:cNvSpPr/>
            <p:nvPr/>
          </p:nvSpPr>
          <p:spPr>
            <a:xfrm>
              <a:off x="17769960" y="-182160"/>
              <a:ext cx="820080" cy="818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1" name="Google Shape;568;p27"/>
          <p:cNvGrpSpPr/>
          <p:nvPr/>
        </p:nvGrpSpPr>
        <p:grpSpPr>
          <a:xfrm>
            <a:off x="15697080" y="-182160"/>
            <a:ext cx="820080" cy="818640"/>
            <a:chOff x="15697080" y="-182160"/>
            <a:chExt cx="820080" cy="818640"/>
          </a:xfrm>
        </p:grpSpPr>
        <p:sp>
          <p:nvSpPr>
            <p:cNvPr id="302" name="Google Shape;569;p27"/>
            <p:cNvSpPr/>
            <p:nvPr/>
          </p:nvSpPr>
          <p:spPr>
            <a:xfrm>
              <a:off x="15697080" y="-164880"/>
              <a:ext cx="820080" cy="801360"/>
            </a:xfrm>
            <a:custGeom>
              <a:avLst/>
              <a:gdLst>
                <a:gd name="textAreaLeft" fmla="*/ 0 w 820080"/>
                <a:gd name="textAreaRight" fmla="*/ 821520 w 820080"/>
                <a:gd name="textAreaTop" fmla="*/ 0 h 801360"/>
                <a:gd name="textAreaBottom" fmla="*/ 802800 h 801360"/>
              </a:gdLst>
              <a:ahLst/>
              <a:rect l="textAreaLeft" t="textAreaTop" r="textAreaRight" b="textAreaBottom"/>
              <a:pathLst>
                <a:path w="2252854" h="2201436">
                  <a:moveTo>
                    <a:pt x="0" y="0"/>
                  </a:moveTo>
                  <a:lnTo>
                    <a:pt x="2252854" y="0"/>
                  </a:lnTo>
                  <a:lnTo>
                    <a:pt x="2252854" y="2201436"/>
                  </a:lnTo>
                  <a:lnTo>
                    <a:pt x="0" y="2201436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03" name="Google Shape;570;p27"/>
            <p:cNvSpPr/>
            <p:nvPr/>
          </p:nvSpPr>
          <p:spPr>
            <a:xfrm>
              <a:off x="15697080" y="-182160"/>
              <a:ext cx="820080" cy="818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24;p20"/>
          <p:cNvSpPr/>
          <p:nvPr/>
        </p:nvSpPr>
        <p:spPr>
          <a:xfrm>
            <a:off x="1650960" y="2122200"/>
            <a:ext cx="11832840" cy="9081360"/>
          </a:xfrm>
          <a:custGeom>
            <a:avLst/>
            <a:gdLst>
              <a:gd name="textAreaLeft" fmla="*/ 0 w 11832840"/>
              <a:gd name="textAreaRight" fmla="*/ 11834280 w 11832840"/>
              <a:gd name="textAreaTop" fmla="*/ 0 h 9081360"/>
              <a:gd name="textAreaBottom" fmla="*/ 9082800 h 9081360"/>
            </a:gdLst>
            <a:ahLst/>
            <a:rect l="textAreaLeft" t="textAreaTop" r="textAreaRight" b="textAreaBottom"/>
            <a:pathLst>
              <a:path w="11834176" h="9082730">
                <a:moveTo>
                  <a:pt x="0" y="0"/>
                </a:moveTo>
                <a:lnTo>
                  <a:pt x="11834177" y="0"/>
                </a:lnTo>
                <a:lnTo>
                  <a:pt x="11834177" y="9082730"/>
                </a:lnTo>
                <a:lnTo>
                  <a:pt x="0" y="90827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Google Shape;325;p20"/>
          <p:cNvSpPr/>
          <p:nvPr/>
        </p:nvSpPr>
        <p:spPr>
          <a:xfrm rot="16200000">
            <a:off x="2179080" y="-526680"/>
            <a:ext cx="8434440" cy="9490680"/>
          </a:xfrm>
          <a:custGeom>
            <a:avLst/>
            <a:gdLst>
              <a:gd name="textAreaLeft" fmla="*/ 0 w 8434440"/>
              <a:gd name="textAreaRight" fmla="*/ 8435880 w 8434440"/>
              <a:gd name="textAreaTop" fmla="*/ 0 h 9490680"/>
              <a:gd name="textAreaBottom" fmla="*/ 9492120 h 949068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4" y="0"/>
                </a:lnTo>
                <a:lnTo>
                  <a:pt x="8435964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Google Shape;326;p20"/>
          <p:cNvSpPr/>
          <p:nvPr/>
        </p:nvSpPr>
        <p:spPr>
          <a:xfrm>
            <a:off x="10601280" y="1780200"/>
            <a:ext cx="14521320" cy="10200960"/>
          </a:xfrm>
          <a:custGeom>
            <a:avLst/>
            <a:gdLst>
              <a:gd name="textAreaLeft" fmla="*/ 0 w 14521320"/>
              <a:gd name="textAreaRight" fmla="*/ 14522760 w 14521320"/>
              <a:gd name="textAreaTop" fmla="*/ 0 h 10200960"/>
              <a:gd name="textAreaBottom" fmla="*/ 10202400 h 10200960"/>
            </a:gdLst>
            <a:ahLst/>
            <a:rect l="textAreaLeft" t="textAreaTop" r="textAreaRight" b="textAreaBottom"/>
            <a:pathLst>
              <a:path w="14522752" h="10202233">
                <a:moveTo>
                  <a:pt x="0" y="0"/>
                </a:moveTo>
                <a:lnTo>
                  <a:pt x="14522752" y="0"/>
                </a:lnTo>
                <a:lnTo>
                  <a:pt x="14522752" y="10202234"/>
                </a:lnTo>
                <a:lnTo>
                  <a:pt x="0" y="102022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Google Shape;327;p20"/>
          <p:cNvSpPr/>
          <p:nvPr/>
        </p:nvSpPr>
        <p:spPr>
          <a:xfrm>
            <a:off x="-2370960" y="583200"/>
            <a:ext cx="7983360" cy="8006400"/>
          </a:xfrm>
          <a:custGeom>
            <a:avLst/>
            <a:gdLst>
              <a:gd name="textAreaLeft" fmla="*/ 0 w 7983360"/>
              <a:gd name="textAreaRight" fmla="*/ 7984800 w 7983360"/>
              <a:gd name="textAreaTop" fmla="*/ 0 h 8006400"/>
              <a:gd name="textAreaBottom" fmla="*/ 8007840 h 800640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ffc4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Google Shape;328;p20"/>
          <p:cNvSpPr/>
          <p:nvPr/>
        </p:nvSpPr>
        <p:spPr>
          <a:xfrm rot="16200000">
            <a:off x="10084680" y="502200"/>
            <a:ext cx="8434440" cy="9490680"/>
          </a:xfrm>
          <a:custGeom>
            <a:avLst/>
            <a:gdLst>
              <a:gd name="textAreaLeft" fmla="*/ 0 w 8434440"/>
              <a:gd name="textAreaRight" fmla="*/ 8435880 w 8434440"/>
              <a:gd name="textAreaTop" fmla="*/ 0 h 9490680"/>
              <a:gd name="textAreaBottom" fmla="*/ 9492120 h 949068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5" y="0"/>
                </a:lnTo>
                <a:lnTo>
                  <a:pt x="8435965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09" name="Google Shape;329;p20"/>
          <p:cNvGrpSpPr/>
          <p:nvPr/>
        </p:nvGrpSpPr>
        <p:grpSpPr>
          <a:xfrm>
            <a:off x="3091680" y="2598480"/>
            <a:ext cx="11943000" cy="5924520"/>
            <a:chOff x="3091680" y="2598480"/>
            <a:chExt cx="11943000" cy="5924520"/>
          </a:xfrm>
        </p:grpSpPr>
        <p:sp>
          <p:nvSpPr>
            <p:cNvPr id="310" name="Google Shape;330;p20"/>
            <p:cNvSpPr/>
            <p:nvPr/>
          </p:nvSpPr>
          <p:spPr>
            <a:xfrm>
              <a:off x="3091680" y="2901600"/>
              <a:ext cx="11943000" cy="5621400"/>
            </a:xfrm>
            <a:custGeom>
              <a:avLst/>
              <a:gdLst>
                <a:gd name="textAreaLeft" fmla="*/ 0 w 11943000"/>
                <a:gd name="textAreaRight" fmla="*/ 11944440 w 11943000"/>
                <a:gd name="textAreaTop" fmla="*/ 0 h 5621400"/>
                <a:gd name="textAreaBottom" fmla="*/ 5622840 h 5621400"/>
              </a:gdLst>
              <a:ahLst/>
              <a:rect l="textAreaLeft" t="textAreaTop" r="textAreaRight" b="textAreaBottom"/>
              <a:pathLst>
                <a:path w="1877620" h="883880">
                  <a:moveTo>
                    <a:pt x="0" y="0"/>
                  </a:moveTo>
                  <a:lnTo>
                    <a:pt x="1877620" y="0"/>
                  </a:lnTo>
                  <a:lnTo>
                    <a:pt x="1877620" y="883880"/>
                  </a:lnTo>
                  <a:lnTo>
                    <a:pt x="0" y="88388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1" name="Google Shape;331;p20"/>
            <p:cNvSpPr/>
            <p:nvPr/>
          </p:nvSpPr>
          <p:spPr>
            <a:xfrm>
              <a:off x="3091680" y="2598480"/>
              <a:ext cx="11943000" cy="5924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12" name="Google Shape;332;p20"/>
          <p:cNvGrpSpPr/>
          <p:nvPr/>
        </p:nvGrpSpPr>
        <p:grpSpPr>
          <a:xfrm>
            <a:off x="6856560" y="2235240"/>
            <a:ext cx="4728240" cy="3963600"/>
            <a:chOff x="6856560" y="2235240"/>
            <a:chExt cx="4728240" cy="3963600"/>
          </a:xfrm>
        </p:grpSpPr>
        <p:sp>
          <p:nvSpPr>
            <p:cNvPr id="313" name="Google Shape;333;p20"/>
            <p:cNvSpPr/>
            <p:nvPr/>
          </p:nvSpPr>
          <p:spPr>
            <a:xfrm>
              <a:off x="6856560" y="2235240"/>
              <a:ext cx="4728240" cy="3963600"/>
            </a:xfrm>
            <a:custGeom>
              <a:avLst/>
              <a:gdLst>
                <a:gd name="textAreaLeft" fmla="*/ 0 w 4728240"/>
                <a:gd name="textAreaRight" fmla="*/ 4729680 w 4728240"/>
                <a:gd name="textAreaTop" fmla="*/ 0 h 3963600"/>
                <a:gd name="textAreaBottom" fmla="*/ 3965040 h 3963600"/>
              </a:gdLst>
              <a:ahLst/>
              <a:rect l="textAreaLeft" t="textAreaTop" r="textAreaRight" b="textAreaBottom"/>
              <a:pathLst>
                <a:path w="2488913" h="2086611">
                  <a:moveTo>
                    <a:pt x="1244456" y="0"/>
                  </a:moveTo>
                  <a:cubicBezTo>
                    <a:pt x="557162" y="0"/>
                    <a:pt x="0" y="467104"/>
                    <a:pt x="0" y="1043306"/>
                  </a:cubicBezTo>
                  <a:cubicBezTo>
                    <a:pt x="0" y="1619507"/>
                    <a:pt x="557162" y="2086611"/>
                    <a:pt x="1244456" y="2086611"/>
                  </a:cubicBezTo>
                  <a:cubicBezTo>
                    <a:pt x="1931750" y="2086611"/>
                    <a:pt x="2488913" y="1619507"/>
                    <a:pt x="2488913" y="1043306"/>
                  </a:cubicBezTo>
                  <a:cubicBezTo>
                    <a:pt x="2488913" y="467104"/>
                    <a:pt x="1931750" y="0"/>
                    <a:pt x="1244456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4" name="Google Shape;334;p20"/>
            <p:cNvSpPr/>
            <p:nvPr/>
          </p:nvSpPr>
          <p:spPr>
            <a:xfrm>
              <a:off x="7299720" y="2263320"/>
              <a:ext cx="3841560" cy="3564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20000"/>
                </a:lnSpc>
                <a:tabLst>
                  <a:tab algn="l" pos="0"/>
                </a:tabLst>
              </a:pPr>
              <a:r>
                <a:rPr b="0" lang="en-US" sz="9000" spc="-1" strike="noStrike">
                  <a:solidFill>
                    <a:srgbClr val="000000"/>
                  </a:solidFill>
                  <a:latin typeface="Bungee"/>
                  <a:ea typeface="Bungee"/>
                </a:rPr>
                <a:t>02.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aphicFrame>
        <p:nvGraphicFramePr>
          <p:cNvPr id="315" name="Google Shape;335;p20"/>
          <p:cNvGraphicFramePr/>
          <p:nvPr/>
        </p:nvGraphicFramePr>
        <p:xfrm>
          <a:off x="0" y="6480"/>
          <a:ext cx="18297000" cy="1773720"/>
        </p:xfrm>
        <a:graphic>
          <a:graphicData uri="http://schemas.openxmlformats.org/drawingml/2006/table">
            <a:tbl>
              <a:tblPr/>
              <a:tblGrid>
                <a:gridCol w="6099120"/>
                <a:gridCol w="6099120"/>
                <a:gridCol w="6099120"/>
              </a:tblGrid>
              <a:tr h="1773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</a:tbl>
          </a:graphicData>
        </a:graphic>
      </p:graphicFrame>
      <p:grpSp>
        <p:nvGrpSpPr>
          <p:cNvPr id="316" name="Google Shape;336;p20"/>
          <p:cNvGrpSpPr/>
          <p:nvPr/>
        </p:nvGrpSpPr>
        <p:grpSpPr>
          <a:xfrm>
            <a:off x="7286040" y="2524320"/>
            <a:ext cx="866880" cy="866880"/>
            <a:chOff x="7286040" y="2524320"/>
            <a:chExt cx="866880" cy="866880"/>
          </a:xfrm>
        </p:grpSpPr>
        <p:sp>
          <p:nvSpPr>
            <p:cNvPr id="317" name="Google Shape;337;p20"/>
            <p:cNvSpPr/>
            <p:nvPr/>
          </p:nvSpPr>
          <p:spPr>
            <a:xfrm>
              <a:off x="7286040" y="2524320"/>
              <a:ext cx="866880" cy="866880"/>
            </a:xfrm>
            <a:custGeom>
              <a:avLst/>
              <a:gdLst>
                <a:gd name="textAreaLeft" fmla="*/ 0 w 866880"/>
                <a:gd name="textAreaRight" fmla="*/ 868320 w 866880"/>
                <a:gd name="textAreaTop" fmla="*/ 0 h 866880"/>
                <a:gd name="textAreaBottom" fmla="*/ 868320 h 8668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8" name="Google Shape;338;p20"/>
            <p:cNvSpPr/>
            <p:nvPr/>
          </p:nvSpPr>
          <p:spPr>
            <a:xfrm>
              <a:off x="7367400" y="2554920"/>
              <a:ext cx="704160" cy="75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19" name="Google Shape;339;p20"/>
          <p:cNvSpPr/>
          <p:nvPr/>
        </p:nvSpPr>
        <p:spPr>
          <a:xfrm>
            <a:off x="3745800" y="4841640"/>
            <a:ext cx="108046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Как это работает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Google Shape;340;p20"/>
          <p:cNvSpPr/>
          <p:nvPr/>
        </p:nvSpPr>
        <p:spPr>
          <a:xfrm>
            <a:off x="4303440" y="6629400"/>
            <a:ext cx="9869400" cy="12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Архитектура, RPST целиком, авторский алгоритм и сравнение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Google Shape;341;p20"/>
          <p:cNvSpPr/>
          <p:nvPr/>
        </p:nvSpPr>
        <p:spPr>
          <a:xfrm>
            <a:off x="1304280" y="639000"/>
            <a:ext cx="31676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sng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sng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Google Shape;342;p20"/>
          <p:cNvSpPr/>
          <p:nvPr/>
        </p:nvSpPr>
        <p:spPr>
          <a:xfrm>
            <a:off x="6856560" y="639000"/>
            <a:ext cx="45831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КАК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Google Shape;343;p20"/>
          <p:cNvSpPr/>
          <p:nvPr/>
        </p:nvSpPr>
        <p:spPr>
          <a:xfrm>
            <a:off x="13456440" y="647640"/>
            <a:ext cx="36860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24" name="Google Shape;344;p20"/>
          <p:cNvGrpSpPr/>
          <p:nvPr/>
        </p:nvGrpSpPr>
        <p:grpSpPr>
          <a:xfrm>
            <a:off x="8709840" y="2505240"/>
            <a:ext cx="866880" cy="866880"/>
            <a:chOff x="8709840" y="2505240"/>
            <a:chExt cx="866880" cy="866880"/>
          </a:xfrm>
        </p:grpSpPr>
        <p:sp>
          <p:nvSpPr>
            <p:cNvPr id="325" name="Google Shape;345;p20"/>
            <p:cNvSpPr/>
            <p:nvPr/>
          </p:nvSpPr>
          <p:spPr>
            <a:xfrm>
              <a:off x="8709840" y="2505240"/>
              <a:ext cx="866880" cy="866880"/>
            </a:xfrm>
            <a:custGeom>
              <a:avLst/>
              <a:gdLst>
                <a:gd name="textAreaLeft" fmla="*/ 0 w 866880"/>
                <a:gd name="textAreaRight" fmla="*/ 868320 w 866880"/>
                <a:gd name="textAreaTop" fmla="*/ 0 h 866880"/>
                <a:gd name="textAreaBottom" fmla="*/ 868320 h 8668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6" name="Google Shape;346;p20"/>
            <p:cNvSpPr/>
            <p:nvPr/>
          </p:nvSpPr>
          <p:spPr>
            <a:xfrm>
              <a:off x="8791200" y="2535840"/>
              <a:ext cx="704160" cy="75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27" name="Google Shape;347;p20"/>
          <p:cNvGrpSpPr/>
          <p:nvPr/>
        </p:nvGrpSpPr>
        <p:grpSpPr>
          <a:xfrm>
            <a:off x="10133640" y="2486160"/>
            <a:ext cx="866880" cy="866880"/>
            <a:chOff x="10133640" y="2486160"/>
            <a:chExt cx="866880" cy="866880"/>
          </a:xfrm>
        </p:grpSpPr>
        <p:sp>
          <p:nvSpPr>
            <p:cNvPr id="328" name="Google Shape;348;p20"/>
            <p:cNvSpPr/>
            <p:nvPr/>
          </p:nvSpPr>
          <p:spPr>
            <a:xfrm>
              <a:off x="10133640" y="2486160"/>
              <a:ext cx="866880" cy="866880"/>
            </a:xfrm>
            <a:custGeom>
              <a:avLst/>
              <a:gdLst>
                <a:gd name="textAreaLeft" fmla="*/ 0 w 866880"/>
                <a:gd name="textAreaRight" fmla="*/ 868320 w 866880"/>
                <a:gd name="textAreaTop" fmla="*/ 0 h 866880"/>
                <a:gd name="textAreaBottom" fmla="*/ 868320 h 8668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29" name="Google Shape;349;p20"/>
            <p:cNvSpPr/>
            <p:nvPr/>
          </p:nvSpPr>
          <p:spPr>
            <a:xfrm>
              <a:off x="10215000" y="2516760"/>
              <a:ext cx="704160" cy="75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30" name="Google Shape;350;p20"/>
          <p:cNvGrpSpPr/>
          <p:nvPr/>
        </p:nvGrpSpPr>
        <p:grpSpPr>
          <a:xfrm>
            <a:off x="1650960" y="7765920"/>
            <a:ext cx="3283920" cy="1375200"/>
            <a:chOff x="1650960" y="7765920"/>
            <a:chExt cx="3283920" cy="1375200"/>
          </a:xfrm>
        </p:grpSpPr>
        <p:sp>
          <p:nvSpPr>
            <p:cNvPr id="331" name="Google Shape;351;p20"/>
            <p:cNvSpPr/>
            <p:nvPr/>
          </p:nvSpPr>
          <p:spPr>
            <a:xfrm>
              <a:off x="1650960" y="872784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2" name="Google Shape;352;p20"/>
            <p:cNvSpPr/>
            <p:nvPr/>
          </p:nvSpPr>
          <p:spPr>
            <a:xfrm>
              <a:off x="1650960" y="824688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3" name="Google Shape;353;p20"/>
            <p:cNvSpPr/>
            <p:nvPr/>
          </p:nvSpPr>
          <p:spPr>
            <a:xfrm>
              <a:off x="1650960" y="776592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753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436;p24"/>
          <p:cNvSpPr/>
          <p:nvPr/>
        </p:nvSpPr>
        <p:spPr>
          <a:xfrm>
            <a:off x="-1286640" y="-7313400"/>
            <a:ext cx="25325640" cy="17790840"/>
          </a:xfrm>
          <a:custGeom>
            <a:avLst/>
            <a:gdLst>
              <a:gd name="textAreaLeft" fmla="*/ 0 w 25325640"/>
              <a:gd name="textAreaRight" fmla="*/ 25327080 w 25325640"/>
              <a:gd name="textAreaTop" fmla="*/ 0 h 17790840"/>
              <a:gd name="textAreaBottom" fmla="*/ 17792280 h 17790840"/>
            </a:gdLst>
            <a:ahLst/>
            <a:rect l="textAreaLeft" t="textAreaTop" r="textAreaRight" b="textAreaBottom"/>
            <a:pathLst>
              <a:path w="25327108" h="17792293">
                <a:moveTo>
                  <a:pt x="0" y="0"/>
                </a:moveTo>
                <a:lnTo>
                  <a:pt x="25327108" y="0"/>
                </a:lnTo>
                <a:lnTo>
                  <a:pt x="25327108" y="17792293"/>
                </a:lnTo>
                <a:lnTo>
                  <a:pt x="0" y="1779229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35" name="Google Shape;437;p24"/>
          <p:cNvGraphicFramePr/>
          <p:nvPr/>
        </p:nvGraphicFramePr>
        <p:xfrm>
          <a:off x="39384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1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Поток волн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6" name="Google Shape;438;p24"/>
          <p:cNvGraphicFramePr/>
          <p:nvPr/>
        </p:nvGraphicFramePr>
        <p:xfrm>
          <a:off x="486000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2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e30350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8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Потенциал Юкавы</a:t>
                      </a:r>
                      <a:endParaRPr b="0" lang="en-US" sz="2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7" name="Google Shape;439;p24"/>
          <p:cNvGraphicFramePr/>
          <p:nvPr/>
        </p:nvGraphicFramePr>
        <p:xfrm>
          <a:off x="932616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3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Резонанс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8" name="Google Shape;440;p24"/>
          <p:cNvGraphicFramePr/>
          <p:nvPr/>
        </p:nvGraphicFramePr>
        <p:xfrm>
          <a:off x="13792320" y="1262160"/>
          <a:ext cx="3893400" cy="8091000"/>
        </p:xfrm>
        <a:graphic>
          <a:graphicData uri="http://schemas.openxmlformats.org/drawingml/2006/table">
            <a:tbl>
              <a:tblPr/>
              <a:tblGrid>
                <a:gridCol w="389376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4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Группы рифм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9" name="Google Shape;441;p24"/>
          <p:cNvSpPr/>
          <p:nvPr/>
        </p:nvSpPr>
        <p:spPr>
          <a:xfrm>
            <a:off x="601560" y="3542400"/>
            <a:ext cx="368460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Стих — поток волн; каждый слог излучает поле созвучия.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Google Shape;442;p24"/>
          <p:cNvSpPr/>
          <p:nvPr/>
        </p:nvSpPr>
        <p:spPr>
          <a:xfrm>
            <a:off x="5134320" y="3542400"/>
            <a:ext cx="357336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Связь слогов гаснет с расстоянием: K(d)=e^(−λd)/d (экранирование).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Google Shape;443;p24"/>
          <p:cNvSpPr/>
          <p:nvPr/>
        </p:nvSpPr>
        <p:spPr>
          <a:xfrm>
            <a:off x="9614880" y="3542400"/>
            <a:ext cx="352260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Общие созвучные «соседи» усиливают связь — волны складываются.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Google Shape;444;p24"/>
          <p:cNvSpPr/>
          <p:nvPr/>
        </p:nvSpPr>
        <p:spPr>
          <a:xfrm>
            <a:off x="14085000" y="3542400"/>
            <a:ext cx="351792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Схожесть слогов — косинус фонетических векторов; сильные связи → группы рифм.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43" name="Google Shape;445;p24"/>
          <p:cNvGrpSpPr/>
          <p:nvPr/>
        </p:nvGrpSpPr>
        <p:grpSpPr>
          <a:xfrm>
            <a:off x="2079000" y="8849520"/>
            <a:ext cx="730080" cy="773280"/>
            <a:chOff x="2079000" y="8849520"/>
            <a:chExt cx="730080" cy="773280"/>
          </a:xfrm>
        </p:grpSpPr>
        <p:sp>
          <p:nvSpPr>
            <p:cNvPr id="344" name="Google Shape;446;p24"/>
            <p:cNvSpPr/>
            <p:nvPr/>
          </p:nvSpPr>
          <p:spPr>
            <a:xfrm>
              <a:off x="2079000" y="8892720"/>
              <a:ext cx="730080" cy="730080"/>
            </a:xfrm>
            <a:custGeom>
              <a:avLst/>
              <a:gdLst>
                <a:gd name="textAreaLeft" fmla="*/ 0 w 730080"/>
                <a:gd name="textAreaRight" fmla="*/ 731520 w 730080"/>
                <a:gd name="textAreaTop" fmla="*/ 0 h 730080"/>
                <a:gd name="textAreaBottom" fmla="*/ 731520 h 730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45" name="Google Shape;447;p24"/>
            <p:cNvSpPr/>
            <p:nvPr/>
          </p:nvSpPr>
          <p:spPr>
            <a:xfrm>
              <a:off x="2079000" y="8849520"/>
              <a:ext cx="730080" cy="7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46" name="Google Shape;448;p24"/>
          <p:cNvGrpSpPr/>
          <p:nvPr/>
        </p:nvGrpSpPr>
        <p:grpSpPr>
          <a:xfrm>
            <a:off x="6545160" y="8849520"/>
            <a:ext cx="730080" cy="773280"/>
            <a:chOff x="6545160" y="8849520"/>
            <a:chExt cx="730080" cy="773280"/>
          </a:xfrm>
        </p:grpSpPr>
        <p:sp>
          <p:nvSpPr>
            <p:cNvPr id="347" name="Google Shape;449;p24"/>
            <p:cNvSpPr/>
            <p:nvPr/>
          </p:nvSpPr>
          <p:spPr>
            <a:xfrm>
              <a:off x="6545160" y="8892720"/>
              <a:ext cx="730080" cy="730080"/>
            </a:xfrm>
            <a:custGeom>
              <a:avLst/>
              <a:gdLst>
                <a:gd name="textAreaLeft" fmla="*/ 0 w 730080"/>
                <a:gd name="textAreaRight" fmla="*/ 731520 w 730080"/>
                <a:gd name="textAreaTop" fmla="*/ 0 h 730080"/>
                <a:gd name="textAreaBottom" fmla="*/ 731520 h 730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48" name="Google Shape;450;p24"/>
            <p:cNvSpPr/>
            <p:nvPr/>
          </p:nvSpPr>
          <p:spPr>
            <a:xfrm>
              <a:off x="6545160" y="8849520"/>
              <a:ext cx="730080" cy="7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49" name="Google Shape;451;p24"/>
          <p:cNvGrpSpPr/>
          <p:nvPr/>
        </p:nvGrpSpPr>
        <p:grpSpPr>
          <a:xfrm>
            <a:off x="11011320" y="8849520"/>
            <a:ext cx="730080" cy="773280"/>
            <a:chOff x="11011320" y="8849520"/>
            <a:chExt cx="730080" cy="773280"/>
          </a:xfrm>
        </p:grpSpPr>
        <p:sp>
          <p:nvSpPr>
            <p:cNvPr id="350" name="Google Shape;452;p24"/>
            <p:cNvSpPr/>
            <p:nvPr/>
          </p:nvSpPr>
          <p:spPr>
            <a:xfrm>
              <a:off x="11011320" y="8892720"/>
              <a:ext cx="730080" cy="730080"/>
            </a:xfrm>
            <a:custGeom>
              <a:avLst/>
              <a:gdLst>
                <a:gd name="textAreaLeft" fmla="*/ 0 w 730080"/>
                <a:gd name="textAreaRight" fmla="*/ 731520 w 730080"/>
                <a:gd name="textAreaTop" fmla="*/ 0 h 730080"/>
                <a:gd name="textAreaBottom" fmla="*/ 731520 h 730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51" name="Google Shape;453;p24"/>
            <p:cNvSpPr/>
            <p:nvPr/>
          </p:nvSpPr>
          <p:spPr>
            <a:xfrm>
              <a:off x="11011320" y="8849520"/>
              <a:ext cx="730080" cy="7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52" name="Google Shape;454;p24"/>
          <p:cNvGrpSpPr/>
          <p:nvPr/>
        </p:nvGrpSpPr>
        <p:grpSpPr>
          <a:xfrm>
            <a:off x="15477480" y="8849520"/>
            <a:ext cx="730080" cy="773280"/>
            <a:chOff x="15477480" y="8849520"/>
            <a:chExt cx="730080" cy="773280"/>
          </a:xfrm>
        </p:grpSpPr>
        <p:sp>
          <p:nvSpPr>
            <p:cNvPr id="353" name="Google Shape;455;p24"/>
            <p:cNvSpPr/>
            <p:nvPr/>
          </p:nvSpPr>
          <p:spPr>
            <a:xfrm>
              <a:off x="15477480" y="8892720"/>
              <a:ext cx="730080" cy="730080"/>
            </a:xfrm>
            <a:custGeom>
              <a:avLst/>
              <a:gdLst>
                <a:gd name="textAreaLeft" fmla="*/ 0 w 730080"/>
                <a:gd name="textAreaRight" fmla="*/ 731520 w 730080"/>
                <a:gd name="textAreaTop" fmla="*/ 0 h 730080"/>
                <a:gd name="textAreaBottom" fmla="*/ 731520 h 730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4" name="Google Shape;456;p24"/>
            <p:cNvSpPr/>
            <p:nvPr/>
          </p:nvSpPr>
          <p:spPr>
            <a:xfrm>
              <a:off x="15477480" y="8849520"/>
              <a:ext cx="730080" cy="7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55" name="Google Shape;371;p21"/>
          <p:cNvSpPr/>
          <p:nvPr/>
        </p:nvSpPr>
        <p:spPr>
          <a:xfrm>
            <a:off x="640080" y="137160"/>
            <a:ext cx="164581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Bungee"/>
                <a:ea typeface="Bungee"/>
              </a:rPr>
              <a:t>Авторский алгоритм: идея – рифмы – есть затухание слоговых волн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transition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b35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6" name="Google Shape;413;p23"/>
          <p:cNvGrpSpPr/>
          <p:nvPr/>
        </p:nvGrpSpPr>
        <p:grpSpPr>
          <a:xfrm>
            <a:off x="16367040" y="2221200"/>
            <a:ext cx="5258520" cy="5258520"/>
            <a:chOff x="16367040" y="2221200"/>
            <a:chExt cx="5258520" cy="5258520"/>
          </a:xfrm>
        </p:grpSpPr>
        <p:sp>
          <p:nvSpPr>
            <p:cNvPr id="357" name="Google Shape;414;p23"/>
            <p:cNvSpPr/>
            <p:nvPr/>
          </p:nvSpPr>
          <p:spPr>
            <a:xfrm>
              <a:off x="16367040" y="2221200"/>
              <a:ext cx="5258520" cy="5258520"/>
            </a:xfrm>
            <a:custGeom>
              <a:avLst/>
              <a:gdLst>
                <a:gd name="textAreaLeft" fmla="*/ 0 w 5258520"/>
                <a:gd name="textAreaRight" fmla="*/ 5259960 w 5258520"/>
                <a:gd name="textAreaTop" fmla="*/ 0 h 5258520"/>
                <a:gd name="textAreaBottom" fmla="*/ 5259960 h 52585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58" name="Google Shape;415;p23"/>
            <p:cNvSpPr/>
            <p:nvPr/>
          </p:nvSpPr>
          <p:spPr>
            <a:xfrm>
              <a:off x="16860240" y="2406240"/>
              <a:ext cx="4272480" cy="4580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59" name="Google Shape;416;p23"/>
          <p:cNvSpPr/>
          <p:nvPr/>
        </p:nvSpPr>
        <p:spPr>
          <a:xfrm rot="16200000">
            <a:off x="13203720" y="2222640"/>
            <a:ext cx="5142240" cy="5142240"/>
          </a:xfrm>
          <a:custGeom>
            <a:avLst/>
            <a:gdLst>
              <a:gd name="textAreaLeft" fmla="*/ 0 w 5142240"/>
              <a:gd name="textAreaRight" fmla="*/ 5143680 w 5142240"/>
              <a:gd name="textAreaTop" fmla="*/ 0 h 5142240"/>
              <a:gd name="textAreaBottom" fmla="*/ 5143680 h 5142240"/>
            </a:gdLst>
            <a:ahLst/>
            <a:rect l="textAreaLeft" t="textAreaTop" r="textAreaRight" b="textAreaBottom"/>
            <a:pathLst>
              <a:path w="5143500" h="5143500">
                <a:moveTo>
                  <a:pt x="0" y="0"/>
                </a:moveTo>
                <a:lnTo>
                  <a:pt x="5143500" y="0"/>
                </a:lnTo>
                <a:lnTo>
                  <a:pt x="51435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60" name="Google Shape;417;p23"/>
          <p:cNvGraphicFramePr/>
          <p:nvPr/>
        </p:nvGraphicFramePr>
        <p:xfrm>
          <a:off x="8785080" y="4730760"/>
          <a:ext cx="8818200" cy="4374720"/>
        </p:xfrm>
        <a:graphic>
          <a:graphicData uri="http://schemas.openxmlformats.org/drawingml/2006/table">
            <a:tbl>
              <a:tblPr/>
              <a:tblGrid>
                <a:gridCol w="8818560"/>
              </a:tblGrid>
              <a:tr h="4374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418;p23"/>
          <p:cNvSpPr/>
          <p:nvPr/>
        </p:nvSpPr>
        <p:spPr>
          <a:xfrm flipH="1" rot="10800000">
            <a:off x="0" y="-7560"/>
            <a:ext cx="3965760" cy="3965760"/>
          </a:xfrm>
          <a:custGeom>
            <a:avLst/>
            <a:gdLst>
              <a:gd name="textAreaLeft" fmla="*/ -720 w 3965760"/>
              <a:gd name="textAreaRight" fmla="*/ 3966480 w 3965760"/>
              <a:gd name="textAreaTop" fmla="*/ 0 h 3965760"/>
              <a:gd name="textAreaBottom" fmla="*/ 3967200 h 3965760"/>
            </a:gdLst>
            <a:ahLst/>
            <a:rect l="textAreaLeft" t="textAreaTop" r="textAreaRight" b="textAreaBottom"/>
            <a:pathLst>
              <a:path w="3967365" h="3967365">
                <a:moveTo>
                  <a:pt x="0" y="3967365"/>
                </a:moveTo>
                <a:lnTo>
                  <a:pt x="3967365" y="3967365"/>
                </a:lnTo>
                <a:lnTo>
                  <a:pt x="3967365" y="0"/>
                </a:lnTo>
                <a:lnTo>
                  <a:pt x="0" y="0"/>
                </a:lnTo>
                <a:lnTo>
                  <a:pt x="0" y="3967365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62" name="Google Shape;419;p23"/>
          <p:cNvGraphicFramePr/>
          <p:nvPr/>
        </p:nvGraphicFramePr>
        <p:xfrm>
          <a:off x="676800" y="1462320"/>
          <a:ext cx="8818200" cy="4374720"/>
        </p:xfrm>
        <a:graphic>
          <a:graphicData uri="http://schemas.openxmlformats.org/drawingml/2006/table">
            <a:tbl>
              <a:tblPr/>
              <a:tblGrid>
                <a:gridCol w="8818560"/>
              </a:tblGrid>
              <a:tr h="4374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3" name="Google Shape;422;p23"/>
          <p:cNvSpPr/>
          <p:nvPr/>
        </p:nvSpPr>
        <p:spPr>
          <a:xfrm>
            <a:off x="1188720" y="1920240"/>
            <a:ext cx="758844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RPST.  Надёжная разметка ударений; даёт размер, схему и оценку поэтичности. Работает на уровне строки. Цена — тяжёлые модели и медленная первая загрузка (~15–30 с).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Google Shape;423;p23"/>
          <p:cNvSpPr/>
          <p:nvPr/>
        </p:nvSpPr>
        <p:spPr>
          <a:xfrm>
            <a:off x="9271440" y="6072840"/>
            <a:ext cx="758844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Юкава.  Послоговая карта созвучий; новизна и тонкая настройка без машинного обучения. Работает на уровне слога. Цена — шум на длинных текстах.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65" name="Google Shape;424;p23"/>
          <p:cNvGrpSpPr/>
          <p:nvPr/>
        </p:nvGrpSpPr>
        <p:grpSpPr>
          <a:xfrm>
            <a:off x="385920" y="6842160"/>
            <a:ext cx="8300520" cy="1303200"/>
            <a:chOff x="385920" y="6842160"/>
            <a:chExt cx="8300520" cy="1303200"/>
          </a:xfrm>
        </p:grpSpPr>
        <p:sp>
          <p:nvSpPr>
            <p:cNvPr id="366" name="Google Shape;425;p23"/>
            <p:cNvSpPr/>
            <p:nvPr/>
          </p:nvSpPr>
          <p:spPr>
            <a:xfrm>
              <a:off x="385920" y="6953400"/>
              <a:ext cx="8300520" cy="1191600"/>
            </a:xfrm>
            <a:custGeom>
              <a:avLst/>
              <a:gdLst>
                <a:gd name="textAreaLeft" fmla="*/ 0 w 8300520"/>
                <a:gd name="textAreaRight" fmla="*/ 8301960 w 8300520"/>
                <a:gd name="textAreaTop" fmla="*/ 0 h 1191600"/>
                <a:gd name="textAreaBottom" fmla="*/ 1193040 h 1191600"/>
              </a:gdLst>
              <a:ahLst/>
              <a:rect l="textAreaLeft" t="textAreaTop" r="textAreaRight" b="textAreaBottom"/>
              <a:pathLst>
                <a:path w="3386195" h="510278">
                  <a:moveTo>
                    <a:pt x="0" y="0"/>
                  </a:moveTo>
                  <a:lnTo>
                    <a:pt x="3386195" y="0"/>
                  </a:lnTo>
                  <a:lnTo>
                    <a:pt x="3386195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7" name="Google Shape;426;p23"/>
            <p:cNvSpPr/>
            <p:nvPr/>
          </p:nvSpPr>
          <p:spPr>
            <a:xfrm>
              <a:off x="385920" y="6842160"/>
              <a:ext cx="8300520" cy="1303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68" name="Google Shape;427;p23"/>
          <p:cNvSpPr/>
          <p:nvPr/>
        </p:nvSpPr>
        <p:spPr>
          <a:xfrm>
            <a:off x="448200" y="6335280"/>
            <a:ext cx="9838440" cy="13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RPST vs Юкава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69" name="Google Shape;428;p23"/>
          <p:cNvGrpSpPr/>
          <p:nvPr/>
        </p:nvGrpSpPr>
        <p:grpSpPr>
          <a:xfrm>
            <a:off x="8229600" y="1298880"/>
            <a:ext cx="3992760" cy="1672560"/>
            <a:chOff x="8229600" y="1298880"/>
            <a:chExt cx="3992760" cy="1672560"/>
          </a:xfrm>
        </p:grpSpPr>
        <p:sp>
          <p:nvSpPr>
            <p:cNvPr id="370" name="Google Shape;429;p23"/>
            <p:cNvSpPr/>
            <p:nvPr/>
          </p:nvSpPr>
          <p:spPr>
            <a:xfrm>
              <a:off x="8229600" y="2468520"/>
              <a:ext cx="3992760" cy="502920"/>
            </a:xfrm>
            <a:custGeom>
              <a:avLst/>
              <a:gdLst>
                <a:gd name="textAreaLeft" fmla="*/ 0 w 3992760"/>
                <a:gd name="textAreaRight" fmla="*/ 3994200 w 3992760"/>
                <a:gd name="textAreaTop" fmla="*/ 0 h 502920"/>
                <a:gd name="textAreaBottom" fmla="*/ 504360 h 50292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1" name="Google Shape;430;p23"/>
            <p:cNvSpPr/>
            <p:nvPr/>
          </p:nvSpPr>
          <p:spPr>
            <a:xfrm>
              <a:off x="8229600" y="1883880"/>
              <a:ext cx="3992760" cy="502920"/>
            </a:xfrm>
            <a:custGeom>
              <a:avLst/>
              <a:gdLst>
                <a:gd name="textAreaLeft" fmla="*/ 0 w 3992760"/>
                <a:gd name="textAreaRight" fmla="*/ 3994200 w 3992760"/>
                <a:gd name="textAreaTop" fmla="*/ 0 h 502920"/>
                <a:gd name="textAreaBottom" fmla="*/ 504360 h 50292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8"/>
                  </a:lnTo>
                  <a:lnTo>
                    <a:pt x="0" y="67232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2" name="Google Shape;431;p23"/>
            <p:cNvSpPr/>
            <p:nvPr/>
          </p:nvSpPr>
          <p:spPr>
            <a:xfrm>
              <a:off x="8229600" y="1298880"/>
              <a:ext cx="3992760" cy="502920"/>
            </a:xfrm>
            <a:custGeom>
              <a:avLst/>
              <a:gdLst>
                <a:gd name="textAreaLeft" fmla="*/ 0 w 3992760"/>
                <a:gd name="textAreaRight" fmla="*/ 3994200 w 3992760"/>
                <a:gd name="textAreaTop" fmla="*/ 0 h 502920"/>
                <a:gd name="textAreaBottom" fmla="*/ 504360 h 50292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502;p26"/>
          <p:cNvSpPr/>
          <p:nvPr/>
        </p:nvSpPr>
        <p:spPr>
          <a:xfrm>
            <a:off x="1650960" y="2122200"/>
            <a:ext cx="11832840" cy="9081360"/>
          </a:xfrm>
          <a:custGeom>
            <a:avLst/>
            <a:gdLst>
              <a:gd name="textAreaLeft" fmla="*/ 0 w 11832840"/>
              <a:gd name="textAreaRight" fmla="*/ 11834280 w 11832840"/>
              <a:gd name="textAreaTop" fmla="*/ 0 h 9081360"/>
              <a:gd name="textAreaBottom" fmla="*/ 9082800 h 9081360"/>
            </a:gdLst>
            <a:ahLst/>
            <a:rect l="textAreaLeft" t="textAreaTop" r="textAreaRight" b="textAreaBottom"/>
            <a:pathLst>
              <a:path w="11834176" h="9082730">
                <a:moveTo>
                  <a:pt x="0" y="0"/>
                </a:moveTo>
                <a:lnTo>
                  <a:pt x="11834177" y="0"/>
                </a:lnTo>
                <a:lnTo>
                  <a:pt x="11834177" y="9082730"/>
                </a:lnTo>
                <a:lnTo>
                  <a:pt x="0" y="90827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Google Shape;503;p26"/>
          <p:cNvSpPr/>
          <p:nvPr/>
        </p:nvSpPr>
        <p:spPr>
          <a:xfrm rot="16200000">
            <a:off x="2179080" y="-526680"/>
            <a:ext cx="8434440" cy="9490680"/>
          </a:xfrm>
          <a:custGeom>
            <a:avLst/>
            <a:gdLst>
              <a:gd name="textAreaLeft" fmla="*/ 0 w 8434440"/>
              <a:gd name="textAreaRight" fmla="*/ 8435880 w 8434440"/>
              <a:gd name="textAreaTop" fmla="*/ 0 h 9490680"/>
              <a:gd name="textAreaBottom" fmla="*/ 9492120 h 949068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4" y="0"/>
                </a:lnTo>
                <a:lnTo>
                  <a:pt x="8435964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Google Shape;504;p26"/>
          <p:cNvSpPr/>
          <p:nvPr/>
        </p:nvSpPr>
        <p:spPr>
          <a:xfrm>
            <a:off x="10601280" y="1780200"/>
            <a:ext cx="14521320" cy="10200960"/>
          </a:xfrm>
          <a:custGeom>
            <a:avLst/>
            <a:gdLst>
              <a:gd name="textAreaLeft" fmla="*/ 0 w 14521320"/>
              <a:gd name="textAreaRight" fmla="*/ 14522760 w 14521320"/>
              <a:gd name="textAreaTop" fmla="*/ 0 h 10200960"/>
              <a:gd name="textAreaBottom" fmla="*/ 10202400 h 10200960"/>
            </a:gdLst>
            <a:ahLst/>
            <a:rect l="textAreaLeft" t="textAreaTop" r="textAreaRight" b="textAreaBottom"/>
            <a:pathLst>
              <a:path w="14522752" h="10202233">
                <a:moveTo>
                  <a:pt x="0" y="0"/>
                </a:moveTo>
                <a:lnTo>
                  <a:pt x="14522752" y="0"/>
                </a:lnTo>
                <a:lnTo>
                  <a:pt x="14522752" y="10202234"/>
                </a:lnTo>
                <a:lnTo>
                  <a:pt x="0" y="102022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Google Shape;505;p26"/>
          <p:cNvSpPr/>
          <p:nvPr/>
        </p:nvSpPr>
        <p:spPr>
          <a:xfrm>
            <a:off x="-2370960" y="583200"/>
            <a:ext cx="7983360" cy="8006400"/>
          </a:xfrm>
          <a:custGeom>
            <a:avLst/>
            <a:gdLst>
              <a:gd name="textAreaLeft" fmla="*/ 0 w 7983360"/>
              <a:gd name="textAreaRight" fmla="*/ 7984800 w 7983360"/>
              <a:gd name="textAreaTop" fmla="*/ 0 h 8006400"/>
              <a:gd name="textAreaBottom" fmla="*/ 8007840 h 800640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ffc4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Google Shape;506;p26"/>
          <p:cNvSpPr/>
          <p:nvPr/>
        </p:nvSpPr>
        <p:spPr>
          <a:xfrm rot="16200000">
            <a:off x="10084680" y="502200"/>
            <a:ext cx="8434440" cy="9490680"/>
          </a:xfrm>
          <a:custGeom>
            <a:avLst/>
            <a:gdLst>
              <a:gd name="textAreaLeft" fmla="*/ 0 w 8434440"/>
              <a:gd name="textAreaRight" fmla="*/ 8435880 w 8434440"/>
              <a:gd name="textAreaTop" fmla="*/ 0 h 9490680"/>
              <a:gd name="textAreaBottom" fmla="*/ 9492120 h 949068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5" y="0"/>
                </a:lnTo>
                <a:lnTo>
                  <a:pt x="8435965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78" name="Google Shape;507;p26"/>
          <p:cNvGrpSpPr/>
          <p:nvPr/>
        </p:nvGrpSpPr>
        <p:grpSpPr>
          <a:xfrm>
            <a:off x="3091680" y="2598480"/>
            <a:ext cx="11943000" cy="5924520"/>
            <a:chOff x="3091680" y="2598480"/>
            <a:chExt cx="11943000" cy="5924520"/>
          </a:xfrm>
        </p:grpSpPr>
        <p:sp>
          <p:nvSpPr>
            <p:cNvPr id="379" name="Google Shape;508;p26"/>
            <p:cNvSpPr/>
            <p:nvPr/>
          </p:nvSpPr>
          <p:spPr>
            <a:xfrm>
              <a:off x="3091680" y="2901600"/>
              <a:ext cx="11943000" cy="5621400"/>
            </a:xfrm>
            <a:custGeom>
              <a:avLst/>
              <a:gdLst>
                <a:gd name="textAreaLeft" fmla="*/ 0 w 11943000"/>
                <a:gd name="textAreaRight" fmla="*/ 11944440 w 11943000"/>
                <a:gd name="textAreaTop" fmla="*/ 0 h 5621400"/>
                <a:gd name="textAreaBottom" fmla="*/ 5622840 h 5621400"/>
              </a:gdLst>
              <a:ahLst/>
              <a:rect l="textAreaLeft" t="textAreaTop" r="textAreaRight" b="textAreaBottom"/>
              <a:pathLst>
                <a:path w="1877620" h="883880">
                  <a:moveTo>
                    <a:pt x="0" y="0"/>
                  </a:moveTo>
                  <a:lnTo>
                    <a:pt x="1877620" y="0"/>
                  </a:lnTo>
                  <a:lnTo>
                    <a:pt x="1877620" y="883880"/>
                  </a:lnTo>
                  <a:lnTo>
                    <a:pt x="0" y="88388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0" name="Google Shape;509;p26"/>
            <p:cNvSpPr/>
            <p:nvPr/>
          </p:nvSpPr>
          <p:spPr>
            <a:xfrm>
              <a:off x="3091680" y="2598480"/>
              <a:ext cx="11943000" cy="5924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81" name="Google Shape;510;p26"/>
          <p:cNvGrpSpPr/>
          <p:nvPr/>
        </p:nvGrpSpPr>
        <p:grpSpPr>
          <a:xfrm>
            <a:off x="6783840" y="2486160"/>
            <a:ext cx="4728240" cy="3963600"/>
            <a:chOff x="6783840" y="2486160"/>
            <a:chExt cx="4728240" cy="3963600"/>
          </a:xfrm>
        </p:grpSpPr>
        <p:sp>
          <p:nvSpPr>
            <p:cNvPr id="382" name="Google Shape;511;p26"/>
            <p:cNvSpPr/>
            <p:nvPr/>
          </p:nvSpPr>
          <p:spPr>
            <a:xfrm>
              <a:off x="6783840" y="2486160"/>
              <a:ext cx="4728240" cy="3963600"/>
            </a:xfrm>
            <a:custGeom>
              <a:avLst/>
              <a:gdLst>
                <a:gd name="textAreaLeft" fmla="*/ 0 w 4728240"/>
                <a:gd name="textAreaRight" fmla="*/ 4729680 w 4728240"/>
                <a:gd name="textAreaTop" fmla="*/ 0 h 3963600"/>
                <a:gd name="textAreaBottom" fmla="*/ 3965040 h 3963600"/>
              </a:gdLst>
              <a:ahLst/>
              <a:rect l="textAreaLeft" t="textAreaTop" r="textAreaRight" b="textAreaBottom"/>
              <a:pathLst>
                <a:path w="2488913" h="2086611">
                  <a:moveTo>
                    <a:pt x="1244456" y="0"/>
                  </a:moveTo>
                  <a:cubicBezTo>
                    <a:pt x="557162" y="0"/>
                    <a:pt x="0" y="467104"/>
                    <a:pt x="0" y="1043306"/>
                  </a:cubicBezTo>
                  <a:cubicBezTo>
                    <a:pt x="0" y="1619507"/>
                    <a:pt x="557162" y="2086611"/>
                    <a:pt x="1244456" y="2086611"/>
                  </a:cubicBezTo>
                  <a:cubicBezTo>
                    <a:pt x="1931750" y="2086611"/>
                    <a:pt x="2488913" y="1619507"/>
                    <a:pt x="2488913" y="1043306"/>
                  </a:cubicBezTo>
                  <a:cubicBezTo>
                    <a:pt x="2488913" y="467104"/>
                    <a:pt x="1931750" y="0"/>
                    <a:pt x="1244456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83" name="Google Shape;512;p26"/>
            <p:cNvSpPr/>
            <p:nvPr/>
          </p:nvSpPr>
          <p:spPr>
            <a:xfrm>
              <a:off x="7227360" y="2514240"/>
              <a:ext cx="3841560" cy="3564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20000"/>
                </a:lnSpc>
                <a:tabLst>
                  <a:tab algn="l" pos="0"/>
                </a:tabLst>
              </a:pPr>
              <a:r>
                <a:rPr b="0" lang="en-US" sz="9000" spc="-1" strike="noStrike">
                  <a:solidFill>
                    <a:srgbClr val="000000"/>
                  </a:solidFill>
                  <a:latin typeface="Bungee"/>
                  <a:ea typeface="Bungee"/>
                </a:rPr>
                <a:t>03.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aphicFrame>
        <p:nvGraphicFramePr>
          <p:cNvPr id="384" name="Google Shape;513;p26"/>
          <p:cNvGraphicFramePr/>
          <p:nvPr/>
        </p:nvGraphicFramePr>
        <p:xfrm>
          <a:off x="0" y="6480"/>
          <a:ext cx="18297000" cy="1773720"/>
        </p:xfrm>
        <a:graphic>
          <a:graphicData uri="http://schemas.openxmlformats.org/drawingml/2006/table">
            <a:tbl>
              <a:tblPr/>
              <a:tblGrid>
                <a:gridCol w="6099120"/>
                <a:gridCol w="6099120"/>
                <a:gridCol w="6099120"/>
              </a:tblGrid>
              <a:tr h="1773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</a:tbl>
          </a:graphicData>
        </a:graphic>
      </p:graphicFrame>
      <p:grpSp>
        <p:nvGrpSpPr>
          <p:cNvPr id="385" name="Google Shape;514;p26"/>
          <p:cNvGrpSpPr/>
          <p:nvPr/>
        </p:nvGrpSpPr>
        <p:grpSpPr>
          <a:xfrm>
            <a:off x="7286040" y="2524320"/>
            <a:ext cx="866880" cy="866880"/>
            <a:chOff x="7286040" y="2524320"/>
            <a:chExt cx="866880" cy="866880"/>
          </a:xfrm>
        </p:grpSpPr>
        <p:sp>
          <p:nvSpPr>
            <p:cNvPr id="386" name="Google Shape;515;p26"/>
            <p:cNvSpPr/>
            <p:nvPr/>
          </p:nvSpPr>
          <p:spPr>
            <a:xfrm>
              <a:off x="7286040" y="2524320"/>
              <a:ext cx="866880" cy="866880"/>
            </a:xfrm>
            <a:custGeom>
              <a:avLst/>
              <a:gdLst>
                <a:gd name="textAreaLeft" fmla="*/ 0 w 866880"/>
                <a:gd name="textAreaRight" fmla="*/ 868320 w 866880"/>
                <a:gd name="textAreaTop" fmla="*/ 0 h 866880"/>
                <a:gd name="textAreaBottom" fmla="*/ 868320 h 8668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87" name="Google Shape;516;p26"/>
            <p:cNvSpPr/>
            <p:nvPr/>
          </p:nvSpPr>
          <p:spPr>
            <a:xfrm>
              <a:off x="7367400" y="2554920"/>
              <a:ext cx="704160" cy="75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88" name="Google Shape;517;p26"/>
          <p:cNvSpPr/>
          <p:nvPr/>
        </p:nvSpPr>
        <p:spPr>
          <a:xfrm>
            <a:off x="3293640" y="5410440"/>
            <a:ext cx="113929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Итог?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Google Shape;518;p26"/>
          <p:cNvSpPr/>
          <p:nvPr/>
        </p:nvSpPr>
        <p:spPr>
          <a:xfrm>
            <a:off x="4208400" y="7372800"/>
            <a:ext cx="986940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Демонстрация, результаты и выводы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Google Shape;519;p26"/>
          <p:cNvSpPr/>
          <p:nvPr/>
        </p:nvSpPr>
        <p:spPr>
          <a:xfrm>
            <a:off x="1304280" y="639000"/>
            <a:ext cx="31676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sng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Google Shape;520;p26"/>
          <p:cNvSpPr/>
          <p:nvPr/>
        </p:nvSpPr>
        <p:spPr>
          <a:xfrm>
            <a:off x="6856560" y="639000"/>
            <a:ext cx="45831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sngStrike">
                <a:solidFill>
                  <a:srgbClr val="000000"/>
                </a:solidFill>
                <a:latin typeface="Lato"/>
                <a:ea typeface="Lato"/>
              </a:rPr>
              <a:t>КАК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Google Shape;521;p26"/>
          <p:cNvSpPr/>
          <p:nvPr/>
        </p:nvSpPr>
        <p:spPr>
          <a:xfrm>
            <a:off x="13456440" y="647640"/>
            <a:ext cx="36860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93" name="Google Shape;522;p26"/>
          <p:cNvGrpSpPr/>
          <p:nvPr/>
        </p:nvGrpSpPr>
        <p:grpSpPr>
          <a:xfrm>
            <a:off x="8709840" y="2505240"/>
            <a:ext cx="866880" cy="866880"/>
            <a:chOff x="8709840" y="2505240"/>
            <a:chExt cx="866880" cy="866880"/>
          </a:xfrm>
        </p:grpSpPr>
        <p:sp>
          <p:nvSpPr>
            <p:cNvPr id="394" name="Google Shape;523;p26"/>
            <p:cNvSpPr/>
            <p:nvPr/>
          </p:nvSpPr>
          <p:spPr>
            <a:xfrm>
              <a:off x="8709840" y="2505240"/>
              <a:ext cx="866880" cy="866880"/>
            </a:xfrm>
            <a:custGeom>
              <a:avLst/>
              <a:gdLst>
                <a:gd name="textAreaLeft" fmla="*/ 0 w 866880"/>
                <a:gd name="textAreaRight" fmla="*/ 868320 w 866880"/>
                <a:gd name="textAreaTop" fmla="*/ 0 h 866880"/>
                <a:gd name="textAreaBottom" fmla="*/ 868320 h 8668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95" name="Google Shape;524;p26"/>
            <p:cNvSpPr/>
            <p:nvPr/>
          </p:nvSpPr>
          <p:spPr>
            <a:xfrm>
              <a:off x="8791200" y="2535840"/>
              <a:ext cx="704160" cy="75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96" name="Google Shape;525;p26"/>
          <p:cNvGrpSpPr/>
          <p:nvPr/>
        </p:nvGrpSpPr>
        <p:grpSpPr>
          <a:xfrm>
            <a:off x="10133640" y="2486160"/>
            <a:ext cx="866880" cy="866880"/>
            <a:chOff x="10133640" y="2486160"/>
            <a:chExt cx="866880" cy="866880"/>
          </a:xfrm>
        </p:grpSpPr>
        <p:sp>
          <p:nvSpPr>
            <p:cNvPr id="397" name="Google Shape;526;p26"/>
            <p:cNvSpPr/>
            <p:nvPr/>
          </p:nvSpPr>
          <p:spPr>
            <a:xfrm>
              <a:off x="10133640" y="2486160"/>
              <a:ext cx="866880" cy="866880"/>
            </a:xfrm>
            <a:custGeom>
              <a:avLst/>
              <a:gdLst>
                <a:gd name="textAreaLeft" fmla="*/ 0 w 866880"/>
                <a:gd name="textAreaRight" fmla="*/ 868320 w 866880"/>
                <a:gd name="textAreaTop" fmla="*/ 0 h 866880"/>
                <a:gd name="textAreaBottom" fmla="*/ 868320 h 8668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8" name="Google Shape;527;p26"/>
            <p:cNvSpPr/>
            <p:nvPr/>
          </p:nvSpPr>
          <p:spPr>
            <a:xfrm>
              <a:off x="10215000" y="2516760"/>
              <a:ext cx="704160" cy="75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99" name="Google Shape;528;p26"/>
          <p:cNvGrpSpPr/>
          <p:nvPr/>
        </p:nvGrpSpPr>
        <p:grpSpPr>
          <a:xfrm>
            <a:off x="13393080" y="7652520"/>
            <a:ext cx="3283920" cy="1375200"/>
            <a:chOff x="13393080" y="7652520"/>
            <a:chExt cx="3283920" cy="1375200"/>
          </a:xfrm>
        </p:grpSpPr>
        <p:sp>
          <p:nvSpPr>
            <p:cNvPr id="400" name="Google Shape;529;p26"/>
            <p:cNvSpPr/>
            <p:nvPr/>
          </p:nvSpPr>
          <p:spPr>
            <a:xfrm>
              <a:off x="13393080" y="861444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1" name="Google Shape;530;p26"/>
            <p:cNvSpPr/>
            <p:nvPr/>
          </p:nvSpPr>
          <p:spPr>
            <a:xfrm>
              <a:off x="13393080" y="813348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2" name="Google Shape;531;p26"/>
            <p:cNvSpPr/>
            <p:nvPr/>
          </p:nvSpPr>
          <p:spPr>
            <a:xfrm>
              <a:off x="13393080" y="765252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b35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384;p22"/>
          <p:cNvSpPr/>
          <p:nvPr/>
        </p:nvSpPr>
        <p:spPr>
          <a:xfrm rot="16200000">
            <a:off x="1128600" y="-6880680"/>
            <a:ext cx="10461240" cy="11770920"/>
          </a:xfrm>
          <a:custGeom>
            <a:avLst/>
            <a:gdLst>
              <a:gd name="textAreaLeft" fmla="*/ 0 w 10461240"/>
              <a:gd name="textAreaRight" fmla="*/ 10462680 w 10461240"/>
              <a:gd name="textAreaTop" fmla="*/ 0 h 11770920"/>
              <a:gd name="textAreaBottom" fmla="*/ 11772360 h 11770920"/>
            </a:gdLst>
            <a:ahLst/>
            <a:rect l="textAreaLeft" t="textAreaTop" r="textAreaRight" b="textAreaBottom"/>
            <a:pathLst>
              <a:path w="10462644" h="11772313">
                <a:moveTo>
                  <a:pt x="0" y="0"/>
                </a:moveTo>
                <a:lnTo>
                  <a:pt x="10462643" y="0"/>
                </a:lnTo>
                <a:lnTo>
                  <a:pt x="10462643" y="11772314"/>
                </a:lnTo>
                <a:lnTo>
                  <a:pt x="0" y="1177231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Google Shape;385;p22"/>
          <p:cNvSpPr/>
          <p:nvPr/>
        </p:nvSpPr>
        <p:spPr>
          <a:xfrm>
            <a:off x="-3020760" y="3333960"/>
            <a:ext cx="5497920" cy="6951600"/>
          </a:xfrm>
          <a:custGeom>
            <a:avLst/>
            <a:gdLst>
              <a:gd name="textAreaLeft" fmla="*/ 0 w 5497920"/>
              <a:gd name="textAreaRight" fmla="*/ 5499360 w 5497920"/>
              <a:gd name="textAreaTop" fmla="*/ 0 h 6951600"/>
              <a:gd name="textAreaBottom" fmla="*/ 6953040 h 6951600"/>
            </a:gdLst>
            <a:ahLst/>
            <a:rect l="textAreaLeft" t="textAreaTop" r="textAreaRight" b="textAreaBottom"/>
            <a:pathLst>
              <a:path w="5499299" h="6953137">
                <a:moveTo>
                  <a:pt x="0" y="0"/>
                </a:moveTo>
                <a:lnTo>
                  <a:pt x="5499299" y="0"/>
                </a:lnTo>
                <a:lnTo>
                  <a:pt x="5499299" y="6953137"/>
                </a:lnTo>
                <a:lnTo>
                  <a:pt x="0" y="695313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05" name="Google Shape;386;p22"/>
          <p:cNvGrpSpPr/>
          <p:nvPr/>
        </p:nvGrpSpPr>
        <p:grpSpPr>
          <a:xfrm>
            <a:off x="760680" y="445680"/>
            <a:ext cx="5169240" cy="5472000"/>
            <a:chOff x="760680" y="445680"/>
            <a:chExt cx="5169240" cy="5472000"/>
          </a:xfrm>
        </p:grpSpPr>
        <p:sp>
          <p:nvSpPr>
            <p:cNvPr id="406" name="Google Shape;387;p22"/>
            <p:cNvSpPr/>
            <p:nvPr/>
          </p:nvSpPr>
          <p:spPr>
            <a:xfrm>
              <a:off x="760680" y="748440"/>
              <a:ext cx="5169240" cy="5169240"/>
            </a:xfrm>
            <a:custGeom>
              <a:avLst/>
              <a:gdLst>
                <a:gd name="textAreaLeft" fmla="*/ 0 w 5169240"/>
                <a:gd name="textAreaRight" fmla="*/ 5170680 w 5169240"/>
                <a:gd name="textAreaTop" fmla="*/ 0 h 5169240"/>
                <a:gd name="textAreaBottom" fmla="*/ 5170680 h 516924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noFill/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07" name="Google Shape;388;p22"/>
            <p:cNvSpPr/>
            <p:nvPr/>
          </p:nvSpPr>
          <p:spPr>
            <a:xfrm>
              <a:off x="760680" y="445680"/>
              <a:ext cx="5169240" cy="547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08" name="Google Shape;389;p22"/>
          <p:cNvSpPr/>
          <p:nvPr/>
        </p:nvSpPr>
        <p:spPr>
          <a:xfrm>
            <a:off x="6359760" y="2338560"/>
            <a:ext cx="14616720" cy="11217960"/>
          </a:xfrm>
          <a:custGeom>
            <a:avLst/>
            <a:gdLst>
              <a:gd name="textAreaLeft" fmla="*/ 0 w 14616720"/>
              <a:gd name="textAreaRight" fmla="*/ 14618160 w 14616720"/>
              <a:gd name="textAreaTop" fmla="*/ 0 h 11217960"/>
              <a:gd name="textAreaBottom" fmla="*/ 11219400 h 11217960"/>
            </a:gdLst>
            <a:ahLst/>
            <a:rect l="textAreaLeft" t="textAreaTop" r="textAreaRight" b="textAreaBottom"/>
            <a:pathLst>
              <a:path w="14618318" h="11219559">
                <a:moveTo>
                  <a:pt x="0" y="0"/>
                </a:moveTo>
                <a:lnTo>
                  <a:pt x="14618317" y="0"/>
                </a:lnTo>
                <a:lnTo>
                  <a:pt x="14618317" y="11219559"/>
                </a:lnTo>
                <a:lnTo>
                  <a:pt x="0" y="1121955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09" name="Google Shape;390;p22"/>
          <p:cNvGrpSpPr/>
          <p:nvPr/>
        </p:nvGrpSpPr>
        <p:grpSpPr>
          <a:xfrm>
            <a:off x="6558840" y="445680"/>
            <a:ext cx="5169240" cy="5472000"/>
            <a:chOff x="6558840" y="445680"/>
            <a:chExt cx="5169240" cy="5472000"/>
          </a:xfrm>
        </p:grpSpPr>
        <p:sp>
          <p:nvSpPr>
            <p:cNvPr id="410" name="Google Shape;391;p22"/>
            <p:cNvSpPr/>
            <p:nvPr/>
          </p:nvSpPr>
          <p:spPr>
            <a:xfrm>
              <a:off x="6558840" y="748440"/>
              <a:ext cx="5169240" cy="5169240"/>
            </a:xfrm>
            <a:custGeom>
              <a:avLst/>
              <a:gdLst>
                <a:gd name="textAreaLeft" fmla="*/ 0 w 5169240"/>
                <a:gd name="textAreaRight" fmla="*/ 5170680 w 5169240"/>
                <a:gd name="textAreaTop" fmla="*/ 0 h 5169240"/>
                <a:gd name="textAreaBottom" fmla="*/ 5170680 h 516924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noFill/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11" name="Google Shape;392;p22"/>
            <p:cNvSpPr/>
            <p:nvPr/>
          </p:nvSpPr>
          <p:spPr>
            <a:xfrm>
              <a:off x="6558840" y="445680"/>
              <a:ext cx="5169240" cy="547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12" name="Google Shape;393;p22"/>
          <p:cNvGrpSpPr/>
          <p:nvPr/>
        </p:nvGrpSpPr>
        <p:grpSpPr>
          <a:xfrm>
            <a:off x="12356640" y="445680"/>
            <a:ext cx="5169240" cy="5472000"/>
            <a:chOff x="12356640" y="445680"/>
            <a:chExt cx="5169240" cy="5472000"/>
          </a:xfrm>
        </p:grpSpPr>
        <p:sp>
          <p:nvSpPr>
            <p:cNvPr id="413" name="Google Shape;394;p22"/>
            <p:cNvSpPr/>
            <p:nvPr/>
          </p:nvSpPr>
          <p:spPr>
            <a:xfrm>
              <a:off x="12356640" y="748440"/>
              <a:ext cx="5169240" cy="5169240"/>
            </a:xfrm>
            <a:custGeom>
              <a:avLst/>
              <a:gdLst>
                <a:gd name="textAreaLeft" fmla="*/ 0 w 5169240"/>
                <a:gd name="textAreaRight" fmla="*/ 5170680 w 5169240"/>
                <a:gd name="textAreaTop" fmla="*/ 0 h 5169240"/>
                <a:gd name="textAreaBottom" fmla="*/ 5170680 h 516924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noFill/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14" name="Google Shape;395;p22"/>
            <p:cNvSpPr/>
            <p:nvPr/>
          </p:nvSpPr>
          <p:spPr>
            <a:xfrm>
              <a:off x="12356640" y="445680"/>
              <a:ext cx="5169240" cy="547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15" name="Google Shape;396;p22"/>
          <p:cNvGrpSpPr/>
          <p:nvPr/>
        </p:nvGrpSpPr>
        <p:grpSpPr>
          <a:xfrm>
            <a:off x="760680" y="6328800"/>
            <a:ext cx="16765200" cy="3330000"/>
            <a:chOff x="760680" y="6328800"/>
            <a:chExt cx="16765200" cy="3330000"/>
          </a:xfrm>
        </p:grpSpPr>
        <p:sp>
          <p:nvSpPr>
            <p:cNvPr id="416" name="Google Shape;397;p22"/>
            <p:cNvSpPr/>
            <p:nvPr/>
          </p:nvSpPr>
          <p:spPr>
            <a:xfrm>
              <a:off x="760680" y="6631920"/>
              <a:ext cx="16765200" cy="3026880"/>
            </a:xfrm>
            <a:custGeom>
              <a:avLst/>
              <a:gdLst>
                <a:gd name="textAreaLeft" fmla="*/ 0 w 16765200"/>
                <a:gd name="textAreaRight" fmla="*/ 16766640 w 16765200"/>
                <a:gd name="textAreaTop" fmla="*/ 0 h 3026880"/>
                <a:gd name="textAreaBottom" fmla="*/ 3028320 h 3026880"/>
              </a:gdLst>
              <a:ahLst/>
              <a:rect l="textAreaLeft" t="textAreaTop" r="textAreaRight" b="textAreaBottom"/>
              <a:pathLst>
                <a:path w="2635633" h="476020">
                  <a:moveTo>
                    <a:pt x="0" y="0"/>
                  </a:moveTo>
                  <a:lnTo>
                    <a:pt x="2635633" y="0"/>
                  </a:lnTo>
                  <a:lnTo>
                    <a:pt x="2635633" y="476020"/>
                  </a:lnTo>
                  <a:lnTo>
                    <a:pt x="0" y="47602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7" name="Google Shape;398;p22"/>
            <p:cNvSpPr/>
            <p:nvPr/>
          </p:nvSpPr>
          <p:spPr>
            <a:xfrm>
              <a:off x="760680" y="6328800"/>
              <a:ext cx="16765200" cy="3329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18" name="Google Shape;399;p22"/>
          <p:cNvSpPr/>
          <p:nvPr/>
        </p:nvSpPr>
        <p:spPr>
          <a:xfrm>
            <a:off x="3352320" y="7248240"/>
            <a:ext cx="110700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Демонстрация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Google Shape;400;p22"/>
          <p:cNvSpPr/>
          <p:nvPr/>
        </p:nvSpPr>
        <p:spPr>
          <a:xfrm>
            <a:off x="2616840" y="8736840"/>
            <a:ext cx="1305252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Юкава · приложение · RPST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Google Shape;402;p22"/>
          <p:cNvSpPr/>
          <p:nvPr/>
        </p:nvSpPr>
        <p:spPr>
          <a:xfrm>
            <a:off x="-3027960" y="3384000"/>
            <a:ext cx="5497920" cy="3219120"/>
          </a:xfrm>
          <a:custGeom>
            <a:avLst/>
            <a:gdLst>
              <a:gd name="textAreaLeft" fmla="*/ 0 w 5497920"/>
              <a:gd name="textAreaRight" fmla="*/ 5499360 w 5497920"/>
              <a:gd name="textAreaTop" fmla="*/ 0 h 3219120"/>
              <a:gd name="textAreaBottom" fmla="*/ 3220560 h 3219120"/>
            </a:gdLst>
            <a:ahLst/>
            <a:rect l="textAreaLeft" t="textAreaTop" r="textAreaRight" b="textAreaBottom"/>
            <a:pathLst>
              <a:path w="5499299" h="3220474">
                <a:moveTo>
                  <a:pt x="0" y="0"/>
                </a:moveTo>
                <a:lnTo>
                  <a:pt x="5499299" y="0"/>
                </a:lnTo>
                <a:lnTo>
                  <a:pt x="5499299" y="3220474"/>
                </a:lnTo>
                <a:lnTo>
                  <a:pt x="0" y="322047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21" name="Google Shape;404;p22"/>
          <p:cNvGrpSpPr/>
          <p:nvPr/>
        </p:nvGrpSpPr>
        <p:grpSpPr>
          <a:xfrm>
            <a:off x="15369120" y="1225080"/>
            <a:ext cx="3283920" cy="1375200"/>
            <a:chOff x="15369120" y="1225080"/>
            <a:chExt cx="3283920" cy="1375200"/>
          </a:xfrm>
        </p:grpSpPr>
        <p:sp>
          <p:nvSpPr>
            <p:cNvPr id="422" name="Google Shape;405;p22"/>
            <p:cNvSpPr/>
            <p:nvPr/>
          </p:nvSpPr>
          <p:spPr>
            <a:xfrm>
              <a:off x="15369120" y="218700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3" name="Google Shape;406;p22"/>
            <p:cNvSpPr/>
            <p:nvPr/>
          </p:nvSpPr>
          <p:spPr>
            <a:xfrm>
              <a:off x="15369120" y="170604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4" name="Google Shape;407;p22"/>
            <p:cNvSpPr/>
            <p:nvPr/>
          </p:nvSpPr>
          <p:spPr>
            <a:xfrm>
              <a:off x="15369120" y="1225080"/>
              <a:ext cx="3283920" cy="413280"/>
            </a:xfrm>
            <a:custGeom>
              <a:avLst/>
              <a:gdLst>
                <a:gd name="textAreaLeft" fmla="*/ 0 w 3283920"/>
                <a:gd name="textAreaRight" fmla="*/ 3285360 w 3283920"/>
                <a:gd name="textAreaTop" fmla="*/ 0 h 413280"/>
                <a:gd name="textAreaBottom" fmla="*/ 414720 h 41328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425" name="Picture 355" descr="coloring.png"/>
          <p:cNvPicPr/>
          <p:nvPr/>
        </p:nvPicPr>
        <p:blipFill>
          <a:blip r:embed="rId8"/>
          <a:stretch/>
        </p:blipFill>
        <p:spPr>
          <a:xfrm>
            <a:off x="830880" y="2371320"/>
            <a:ext cx="5028840" cy="1961640"/>
          </a:xfrm>
          <a:prstGeom prst="rect">
            <a:avLst/>
          </a:prstGeom>
          <a:ln w="0">
            <a:noFill/>
          </a:ln>
        </p:spPr>
      </p:pic>
      <p:pic>
        <p:nvPicPr>
          <p:cNvPr id="426" name="Picture 356" descr="coloring_rpst.png"/>
          <p:cNvPicPr/>
          <p:nvPr/>
        </p:nvPicPr>
        <p:blipFill>
          <a:blip r:embed="rId9"/>
          <a:stretch/>
        </p:blipFill>
        <p:spPr>
          <a:xfrm>
            <a:off x="12426840" y="2371320"/>
            <a:ext cx="5028840" cy="1961640"/>
          </a:xfrm>
          <a:prstGeom prst="rect">
            <a:avLst/>
          </a:prstGeom>
          <a:ln w="0">
            <a:noFill/>
          </a:ln>
        </p:spPr>
      </p:pic>
      <p:pic>
        <p:nvPicPr>
          <p:cNvPr id="427" name="Picture 357" descr="app_dark.png"/>
          <p:cNvPicPr/>
          <p:nvPr/>
        </p:nvPicPr>
        <p:blipFill>
          <a:blip r:embed="rId10"/>
          <a:stretch/>
        </p:blipFill>
        <p:spPr>
          <a:xfrm>
            <a:off x="6629040" y="1797840"/>
            <a:ext cx="5028840" cy="3108240"/>
          </a:xfrm>
          <a:prstGeom prst="rect">
            <a:avLst/>
          </a:prstGeom>
          <a:ln w="0">
            <a:noFill/>
          </a:ln>
        </p:spPr>
      </p:pic>
    </p:spTree>
  </p:cSld>
  <p:transition>
    <p:push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8" name="Google Shape;575;p28" descr=""/>
          <p:cNvPicPr/>
          <p:nvPr/>
        </p:nvPicPr>
        <p:blipFill>
          <a:blip r:embed="rId1"/>
          <a:srcRect l="0" t="15721" r="0" b="0"/>
          <a:stretch/>
        </p:blipFill>
        <p:spPr>
          <a:xfrm>
            <a:off x="0" y="0"/>
            <a:ext cx="18286560" cy="10285560"/>
          </a:xfrm>
          <a:prstGeom prst="rect">
            <a:avLst/>
          </a:prstGeom>
          <a:ln w="0">
            <a:noFill/>
          </a:ln>
        </p:spPr>
      </p:pic>
      <p:grpSp>
        <p:nvGrpSpPr>
          <p:cNvPr id="429" name="Google Shape;576;p28"/>
          <p:cNvGrpSpPr/>
          <p:nvPr/>
        </p:nvGrpSpPr>
        <p:grpSpPr>
          <a:xfrm>
            <a:off x="3886200" y="134280"/>
            <a:ext cx="10743840" cy="3980160"/>
            <a:chOff x="3886200" y="134280"/>
            <a:chExt cx="10743840" cy="3980160"/>
          </a:xfrm>
        </p:grpSpPr>
        <p:sp>
          <p:nvSpPr>
            <p:cNvPr id="430" name="Google Shape;577;p28"/>
            <p:cNvSpPr/>
            <p:nvPr/>
          </p:nvSpPr>
          <p:spPr>
            <a:xfrm>
              <a:off x="3886200" y="860040"/>
              <a:ext cx="10743840" cy="3254400"/>
            </a:xfrm>
            <a:custGeom>
              <a:avLst/>
              <a:gdLst>
                <a:gd name="textAreaLeft" fmla="*/ 0 w 10743840"/>
                <a:gd name="textAreaRight" fmla="*/ 10744920 w 10743840"/>
                <a:gd name="textAreaTop" fmla="*/ 0 h 3254400"/>
                <a:gd name="textAreaBottom" fmla="*/ 3256560 h 3254400"/>
              </a:gdLst>
              <a:ahLst/>
              <a:rect l="textAreaLeft" t="textAreaTop" r="textAreaRight" b="textAreaBottom"/>
              <a:pathLst>
                <a:path w="2392440" h="213918">
                  <a:moveTo>
                    <a:pt x="0" y="0"/>
                  </a:moveTo>
                  <a:lnTo>
                    <a:pt x="2392440" y="0"/>
                  </a:lnTo>
                  <a:lnTo>
                    <a:pt x="2392440" y="213918"/>
                  </a:lnTo>
                  <a:lnTo>
                    <a:pt x="0" y="213918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1" name="Google Shape;578;p28"/>
            <p:cNvSpPr/>
            <p:nvPr/>
          </p:nvSpPr>
          <p:spPr>
            <a:xfrm>
              <a:off x="3886200" y="134280"/>
              <a:ext cx="10743840" cy="3980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32" name="Google Shape;579;p28"/>
          <p:cNvSpPr/>
          <p:nvPr/>
        </p:nvSpPr>
        <p:spPr>
          <a:xfrm>
            <a:off x="4074840" y="865440"/>
            <a:ext cx="10137240" cy="29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Результаты: прототип готов — генерация, два детектора рифмы и удобный UI с сессиями. Новизна — алгоритм Юкавы и фонетическая векторизация. Дальше — дообучение модели и редактор стихов.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33" name="Google Shape;580;p28"/>
          <p:cNvGrpSpPr/>
          <p:nvPr/>
        </p:nvGrpSpPr>
        <p:grpSpPr>
          <a:xfrm>
            <a:off x="15436080" y="1360440"/>
            <a:ext cx="2633760" cy="1103040"/>
            <a:chOff x="15436080" y="1360440"/>
            <a:chExt cx="2633760" cy="1103040"/>
          </a:xfrm>
        </p:grpSpPr>
        <p:sp>
          <p:nvSpPr>
            <p:cNvPr id="434" name="Google Shape;581;p28"/>
            <p:cNvSpPr/>
            <p:nvPr/>
          </p:nvSpPr>
          <p:spPr>
            <a:xfrm>
              <a:off x="15436080" y="2132280"/>
              <a:ext cx="2633760" cy="331200"/>
            </a:xfrm>
            <a:custGeom>
              <a:avLst/>
              <a:gdLst>
                <a:gd name="textAreaLeft" fmla="*/ 0 w 2633760"/>
                <a:gd name="textAreaRight" fmla="*/ 2635200 w 2633760"/>
                <a:gd name="textAreaTop" fmla="*/ 0 h 331200"/>
                <a:gd name="textAreaBottom" fmla="*/ 332640 h 331200"/>
              </a:gdLst>
              <a:ahLst/>
              <a:rect l="textAreaLeft" t="textAreaTop" r="textAreaRight" b="textAreaBottom"/>
              <a:pathLst>
                <a:path w="3513608" h="443593">
                  <a:moveTo>
                    <a:pt x="0" y="0"/>
                  </a:moveTo>
                  <a:lnTo>
                    <a:pt x="3513608" y="0"/>
                  </a:lnTo>
                  <a:lnTo>
                    <a:pt x="3513608" y="443593"/>
                  </a:lnTo>
                  <a:lnTo>
                    <a:pt x="0" y="44359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5" name="Google Shape;582;p28"/>
            <p:cNvSpPr/>
            <p:nvPr/>
          </p:nvSpPr>
          <p:spPr>
            <a:xfrm>
              <a:off x="15436080" y="1746360"/>
              <a:ext cx="2633760" cy="331200"/>
            </a:xfrm>
            <a:custGeom>
              <a:avLst/>
              <a:gdLst>
                <a:gd name="textAreaLeft" fmla="*/ 0 w 2633760"/>
                <a:gd name="textAreaRight" fmla="*/ 2635200 w 2633760"/>
                <a:gd name="textAreaTop" fmla="*/ 0 h 331200"/>
                <a:gd name="textAreaBottom" fmla="*/ 332640 h 331200"/>
              </a:gdLst>
              <a:ahLst/>
              <a:rect l="textAreaLeft" t="textAreaTop" r="textAreaRight" b="textAreaBottom"/>
              <a:pathLst>
                <a:path w="3513608" h="443593">
                  <a:moveTo>
                    <a:pt x="0" y="0"/>
                  </a:moveTo>
                  <a:lnTo>
                    <a:pt x="3513608" y="0"/>
                  </a:lnTo>
                  <a:lnTo>
                    <a:pt x="3513608" y="443593"/>
                  </a:lnTo>
                  <a:lnTo>
                    <a:pt x="0" y="44359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6" name="Google Shape;583;p28"/>
            <p:cNvSpPr/>
            <p:nvPr/>
          </p:nvSpPr>
          <p:spPr>
            <a:xfrm>
              <a:off x="15436080" y="1360440"/>
              <a:ext cx="2633760" cy="331200"/>
            </a:xfrm>
            <a:custGeom>
              <a:avLst/>
              <a:gdLst>
                <a:gd name="textAreaLeft" fmla="*/ 0 w 2633760"/>
                <a:gd name="textAreaRight" fmla="*/ 2635200 w 2633760"/>
                <a:gd name="textAreaTop" fmla="*/ 0 h 331200"/>
                <a:gd name="textAreaBottom" fmla="*/ 332640 h 331200"/>
              </a:gdLst>
              <a:ahLst/>
              <a:rect l="textAreaLeft" t="textAreaTop" r="textAreaRight" b="textAreaBottom"/>
              <a:pathLst>
                <a:path w="3513608" h="443593">
                  <a:moveTo>
                    <a:pt x="0" y="0"/>
                  </a:moveTo>
                  <a:lnTo>
                    <a:pt x="3513608" y="0"/>
                  </a:lnTo>
                  <a:lnTo>
                    <a:pt x="3513608" y="443593"/>
                  </a:lnTo>
                  <a:lnTo>
                    <a:pt x="0" y="44359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l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b35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7" name="Google Shape;698;p32"/>
          <p:cNvGrpSpPr/>
          <p:nvPr/>
        </p:nvGrpSpPr>
        <p:grpSpPr>
          <a:xfrm>
            <a:off x="12427200" y="-1531440"/>
            <a:ext cx="7018560" cy="7018560"/>
            <a:chOff x="12427200" y="-1531440"/>
            <a:chExt cx="7018560" cy="7018560"/>
          </a:xfrm>
        </p:grpSpPr>
        <p:sp>
          <p:nvSpPr>
            <p:cNvPr id="438" name="Google Shape;699;p32"/>
            <p:cNvSpPr/>
            <p:nvPr/>
          </p:nvSpPr>
          <p:spPr>
            <a:xfrm>
              <a:off x="12427200" y="-1531440"/>
              <a:ext cx="7018560" cy="7018560"/>
            </a:xfrm>
            <a:custGeom>
              <a:avLst/>
              <a:gdLst>
                <a:gd name="textAreaLeft" fmla="*/ 0 w 7018560"/>
                <a:gd name="textAreaRight" fmla="*/ 7020000 w 7018560"/>
                <a:gd name="textAreaTop" fmla="*/ 0 h 7018560"/>
                <a:gd name="textAreaBottom" fmla="*/ 7020000 h 701856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39" name="Google Shape;700;p32"/>
            <p:cNvSpPr/>
            <p:nvPr/>
          </p:nvSpPr>
          <p:spPr>
            <a:xfrm>
              <a:off x="13085280" y="-1284480"/>
              <a:ext cx="5702040" cy="6113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40" name="Google Shape;701;p32"/>
          <p:cNvSpPr/>
          <p:nvPr/>
        </p:nvSpPr>
        <p:spPr>
          <a:xfrm>
            <a:off x="-2333160" y="4780080"/>
            <a:ext cx="4665240" cy="5898960"/>
          </a:xfrm>
          <a:custGeom>
            <a:avLst/>
            <a:gdLst>
              <a:gd name="textAreaLeft" fmla="*/ 0 w 4665240"/>
              <a:gd name="textAreaRight" fmla="*/ 4666680 w 4665240"/>
              <a:gd name="textAreaTop" fmla="*/ 0 h 5898960"/>
              <a:gd name="textAreaBottom" fmla="*/ 5900400 h 5898960"/>
            </a:gdLst>
            <a:ahLst/>
            <a:rect l="textAreaLeft" t="textAreaTop" r="textAreaRight" b="textAreaBottom"/>
            <a:pathLst>
              <a:path w="4666552" h="5900238">
                <a:moveTo>
                  <a:pt x="0" y="0"/>
                </a:moveTo>
                <a:lnTo>
                  <a:pt x="4666552" y="0"/>
                </a:lnTo>
                <a:lnTo>
                  <a:pt x="4666552" y="5900238"/>
                </a:lnTo>
                <a:lnTo>
                  <a:pt x="0" y="59002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41" name="Google Shape;702;p32"/>
          <p:cNvGrpSpPr/>
          <p:nvPr/>
        </p:nvGrpSpPr>
        <p:grpSpPr>
          <a:xfrm>
            <a:off x="-306360" y="2422800"/>
            <a:ext cx="11943000" cy="5306040"/>
            <a:chOff x="-306360" y="2422800"/>
            <a:chExt cx="11943000" cy="5306040"/>
          </a:xfrm>
        </p:grpSpPr>
        <p:sp>
          <p:nvSpPr>
            <p:cNvPr id="442" name="Google Shape;703;p32"/>
            <p:cNvSpPr/>
            <p:nvPr/>
          </p:nvSpPr>
          <p:spPr>
            <a:xfrm>
              <a:off x="-306360" y="2725920"/>
              <a:ext cx="11943000" cy="5002920"/>
            </a:xfrm>
            <a:custGeom>
              <a:avLst/>
              <a:gdLst>
                <a:gd name="textAreaLeft" fmla="*/ 0 w 11943000"/>
                <a:gd name="textAreaRight" fmla="*/ 11944440 w 11943000"/>
                <a:gd name="textAreaTop" fmla="*/ 0 h 5002920"/>
                <a:gd name="textAreaBottom" fmla="*/ 5004360 h 5002920"/>
              </a:gdLst>
              <a:ahLst/>
              <a:rect l="textAreaLeft" t="textAreaTop" r="textAreaRight" b="textAreaBottom"/>
              <a:pathLst>
                <a:path w="1877620" h="786662">
                  <a:moveTo>
                    <a:pt x="0" y="0"/>
                  </a:moveTo>
                  <a:lnTo>
                    <a:pt x="1877620" y="0"/>
                  </a:lnTo>
                  <a:lnTo>
                    <a:pt x="1877620" y="786662"/>
                  </a:lnTo>
                  <a:lnTo>
                    <a:pt x="0" y="786662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3" name="Google Shape;704;p32"/>
            <p:cNvSpPr/>
            <p:nvPr/>
          </p:nvSpPr>
          <p:spPr>
            <a:xfrm>
              <a:off x="-306360" y="2422800"/>
              <a:ext cx="11943000" cy="5306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44" name="Google Shape;705;p32"/>
          <p:cNvSpPr/>
          <p:nvPr/>
        </p:nvSpPr>
        <p:spPr>
          <a:xfrm rot="16200000">
            <a:off x="8128080" y="-1530000"/>
            <a:ext cx="7018560" cy="7018560"/>
          </a:xfrm>
          <a:custGeom>
            <a:avLst/>
            <a:gdLst>
              <a:gd name="textAreaLeft" fmla="*/ 0 w 7018560"/>
              <a:gd name="textAreaRight" fmla="*/ 7020000 w 7018560"/>
              <a:gd name="textAreaTop" fmla="*/ 0 h 7018560"/>
              <a:gd name="textAreaBottom" fmla="*/ 7020000 h 7018560"/>
            </a:gdLst>
            <a:ahLst/>
            <a:rect l="textAreaLeft" t="textAreaTop" r="textAreaRight" b="textAreaBottom"/>
            <a:pathLst>
              <a:path w="7019871" h="7019871">
                <a:moveTo>
                  <a:pt x="0" y="0"/>
                </a:moveTo>
                <a:lnTo>
                  <a:pt x="7019871" y="0"/>
                </a:lnTo>
                <a:lnTo>
                  <a:pt x="7019871" y="7019871"/>
                </a:lnTo>
                <a:lnTo>
                  <a:pt x="0" y="701987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Google Shape;706;p32"/>
          <p:cNvSpPr/>
          <p:nvPr/>
        </p:nvSpPr>
        <p:spPr>
          <a:xfrm>
            <a:off x="386640" y="3109320"/>
            <a:ext cx="1039212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Спасибо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за внимание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46" name="Google Shape;709;p32"/>
          <p:cNvGrpSpPr/>
          <p:nvPr/>
        </p:nvGrpSpPr>
        <p:grpSpPr>
          <a:xfrm>
            <a:off x="-306360" y="7865280"/>
            <a:ext cx="11943000" cy="1560240"/>
            <a:chOff x="-306360" y="7865280"/>
            <a:chExt cx="11943000" cy="1560240"/>
          </a:xfrm>
        </p:grpSpPr>
        <p:sp>
          <p:nvSpPr>
            <p:cNvPr id="447" name="Google Shape;710;p32"/>
            <p:cNvSpPr/>
            <p:nvPr/>
          </p:nvSpPr>
          <p:spPr>
            <a:xfrm>
              <a:off x="-306360" y="8168400"/>
              <a:ext cx="11943000" cy="1257120"/>
            </a:xfrm>
            <a:custGeom>
              <a:avLst/>
              <a:gdLst>
                <a:gd name="textAreaLeft" fmla="*/ 0 w 11943000"/>
                <a:gd name="textAreaRight" fmla="*/ 11944440 w 11943000"/>
                <a:gd name="textAreaTop" fmla="*/ 0 h 1257120"/>
                <a:gd name="textAreaBottom" fmla="*/ 1258560 h 1257120"/>
              </a:gdLst>
              <a:ahLst/>
              <a:rect l="textAreaLeft" t="textAreaTop" r="textAreaRight" b="textAreaBottom"/>
              <a:pathLst>
                <a:path w="1877620" h="197832">
                  <a:moveTo>
                    <a:pt x="0" y="0"/>
                  </a:moveTo>
                  <a:lnTo>
                    <a:pt x="1877620" y="0"/>
                  </a:lnTo>
                  <a:lnTo>
                    <a:pt x="1877620" y="197832"/>
                  </a:lnTo>
                  <a:lnTo>
                    <a:pt x="0" y="197832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8" name="Google Shape;711;p32"/>
            <p:cNvSpPr/>
            <p:nvPr/>
          </p:nvSpPr>
          <p:spPr>
            <a:xfrm>
              <a:off x="-306360" y="7865280"/>
              <a:ext cx="11943000" cy="1559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49" name="Google Shape;712;p32"/>
          <p:cNvSpPr/>
          <p:nvPr/>
        </p:nvSpPr>
        <p:spPr>
          <a:xfrm>
            <a:off x="386640" y="8509680"/>
            <a:ext cx="807120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Bungee"/>
                <a:ea typeface="Bungee"/>
              </a:rPr>
              <a:t>Готов ответить на ваши вопросы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Google Shape;713;p32"/>
          <p:cNvSpPr/>
          <p:nvPr/>
        </p:nvSpPr>
        <p:spPr>
          <a:xfrm>
            <a:off x="13557240" y="7187040"/>
            <a:ext cx="7402680" cy="1411920"/>
          </a:xfrm>
          <a:custGeom>
            <a:avLst/>
            <a:gdLst>
              <a:gd name="textAreaLeft" fmla="*/ 0 w 7402680"/>
              <a:gd name="textAreaRight" fmla="*/ 7404120 w 7402680"/>
              <a:gd name="textAreaTop" fmla="*/ 0 h 1411920"/>
              <a:gd name="textAreaBottom" fmla="*/ 1413360 h 1411920"/>
            </a:gdLst>
            <a:ahLst/>
            <a:rect l="textAreaLeft" t="textAreaTop" r="textAreaRight" b="textAreaBottom"/>
            <a:pathLst>
              <a:path w="7404134" h="1413516">
                <a:moveTo>
                  <a:pt x="0" y="0"/>
                </a:moveTo>
                <a:lnTo>
                  <a:pt x="7404134" y="0"/>
                </a:lnTo>
                <a:lnTo>
                  <a:pt x="7404134" y="1413516"/>
                </a:lnTo>
                <a:lnTo>
                  <a:pt x="0" y="141351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Google Shape;714;p32"/>
          <p:cNvSpPr/>
          <p:nvPr/>
        </p:nvSpPr>
        <p:spPr>
          <a:xfrm>
            <a:off x="13557240" y="5723280"/>
            <a:ext cx="7402680" cy="1411920"/>
          </a:xfrm>
          <a:custGeom>
            <a:avLst/>
            <a:gdLst>
              <a:gd name="textAreaLeft" fmla="*/ 0 w 7402680"/>
              <a:gd name="textAreaRight" fmla="*/ 7404120 w 7402680"/>
              <a:gd name="textAreaTop" fmla="*/ 0 h 1411920"/>
              <a:gd name="textAreaBottom" fmla="*/ 1413360 h 1411920"/>
            </a:gdLst>
            <a:ahLst/>
            <a:rect l="textAreaLeft" t="textAreaTop" r="textAreaRight" b="textAreaBottom"/>
            <a:pathLst>
              <a:path w="7404134" h="1413516">
                <a:moveTo>
                  <a:pt x="0" y="0"/>
                </a:moveTo>
                <a:lnTo>
                  <a:pt x="7404134" y="0"/>
                </a:lnTo>
                <a:lnTo>
                  <a:pt x="7404134" y="1413516"/>
                </a:lnTo>
                <a:lnTo>
                  <a:pt x="0" y="141351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Google Shape;715;p32"/>
          <p:cNvSpPr/>
          <p:nvPr/>
        </p:nvSpPr>
        <p:spPr>
          <a:xfrm>
            <a:off x="13557240" y="4259880"/>
            <a:ext cx="7402680" cy="1411920"/>
          </a:xfrm>
          <a:custGeom>
            <a:avLst/>
            <a:gdLst>
              <a:gd name="textAreaLeft" fmla="*/ 0 w 7402680"/>
              <a:gd name="textAreaRight" fmla="*/ 7404120 w 7402680"/>
              <a:gd name="textAreaTop" fmla="*/ 0 h 1411920"/>
              <a:gd name="textAreaBottom" fmla="*/ 1413360 h 1411920"/>
            </a:gdLst>
            <a:ahLst/>
            <a:rect l="textAreaLeft" t="textAreaTop" r="textAreaRight" b="textAreaBottom"/>
            <a:pathLst>
              <a:path w="7404134" h="1413516">
                <a:moveTo>
                  <a:pt x="0" y="0"/>
                </a:moveTo>
                <a:lnTo>
                  <a:pt x="7404134" y="0"/>
                </a:lnTo>
                <a:lnTo>
                  <a:pt x="7404134" y="1413517"/>
                </a:lnTo>
                <a:lnTo>
                  <a:pt x="0" y="141351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push dir="l"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2026-06-16T02:33:29Z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